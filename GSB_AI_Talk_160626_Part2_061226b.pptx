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sldIdLst>
    <p:sldId id="258" r:id="rId3"/>
    <p:sldId id="259" r:id="rId4"/>
    <p:sldId id="285" r:id="rId5"/>
    <p:sldId id="288" r:id="rId6"/>
    <p:sldId id="287" r:id="rId7"/>
    <p:sldId id="278" r:id="rId8"/>
    <p:sldId id="280" r:id="rId9"/>
    <p:sldId id="282" r:id="rId10"/>
    <p:sldId id="283" r:id="rId11"/>
    <p:sldId id="292" r:id="rId12"/>
    <p:sldId id="290" r:id="rId13"/>
    <p:sldId id="29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1514"/>
    <a:srgbClr val="8C1415"/>
    <a:srgbClr val="FBFBF8"/>
    <a:srgbClr val="580C0C"/>
    <a:srgbClr val="D9201F"/>
    <a:srgbClr val="391914"/>
    <a:srgbClr val="BB8585"/>
    <a:srgbClr val="3A191B"/>
    <a:srgbClr val="60221B"/>
    <a:srgbClr val="EB6C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14"/>
    <p:restoredTop sz="81650"/>
  </p:normalViewPr>
  <p:slideViewPr>
    <p:cSldViewPr>
      <p:cViewPr>
        <p:scale>
          <a:sx n="100" d="100"/>
          <a:sy n="100" d="100"/>
        </p:scale>
        <p:origin x="1272" y="392"/>
      </p:cViewPr>
      <p:guideLst/>
    </p:cSldViewPr>
  </p:slideViewPr>
  <p:notesTextViewPr>
    <p:cViewPr>
      <p:scale>
        <a:sx n="100" d="100"/>
        <a:sy n="100" d="100"/>
      </p:scale>
      <p:origin x="0" y="0"/>
    </p:cViewPr>
  </p:notesTextViewPr>
  <p:sorterViewPr>
    <p:cViewPr>
      <p:scale>
        <a:sx n="80" d="100"/>
        <a:sy n="80" d="100"/>
      </p:scale>
      <p:origin x="0" y="0"/>
    </p:cViewPr>
  </p:sorterViewPr>
  <p:notesViewPr>
    <p:cSldViewPr>
      <p:cViewPr varScale="1">
        <p:scale>
          <a:sx n="96" d="100"/>
          <a:sy n="96" d="100"/>
        </p:scale>
        <p:origin x="2600"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89B0DD-E0F0-0046-855F-4609DF717E7B}" type="datetimeFigureOut">
              <a:rPr lang="en-US" smtClean="0"/>
              <a:t>6/12/26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2717D4-4E19-904E-ACD6-A6FC31330710}" type="slidenum">
              <a:rPr lang="en-US" smtClean="0"/>
              <a:t>‹#›</a:t>
            </a:fld>
            <a:endParaRPr lang="en-US"/>
          </a:p>
        </p:txBody>
      </p:sp>
    </p:spTree>
    <p:extLst>
      <p:ext uri="{BB962C8B-B14F-4D97-AF65-F5344CB8AC3E}">
        <p14:creationId xmlns:p14="http://schemas.microsoft.com/office/powerpoint/2010/main" val="2029510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1" i="0" u="none" strike="noStrike" kern="1200" dirty="0">
                <a:solidFill>
                  <a:schemeClr val="tx1"/>
                </a:solidFill>
                <a:effectLst/>
                <a:latin typeface="+mn-lt"/>
                <a:ea typeface="+mn-ea"/>
                <a:cs typeface="+mn-cs"/>
              </a:rPr>
              <a:t> Title</a:t>
            </a:r>
            <a:endParaRPr lang="en-SG" sz="1200" b="0" i="0" u="none" strike="noStrike" kern="1200" dirty="0">
              <a:solidFill>
                <a:schemeClr val="tx1"/>
              </a:solidFill>
              <a:effectLst/>
              <a:latin typeface="+mn-lt"/>
              <a:ea typeface="+mn-ea"/>
              <a:cs typeface="+mn-cs"/>
            </a:endParaRPr>
          </a:p>
          <a:p>
            <a:r>
              <a:rPr lang="en-SG" sz="1200" b="0" i="0" u="none" strike="noStrike" kern="1200" dirty="0">
                <a:solidFill>
                  <a:schemeClr val="tx1"/>
                </a:solidFill>
                <a:effectLst/>
                <a:latin typeface="+mn-lt"/>
                <a:ea typeface="+mn-ea"/>
                <a:cs typeface="+mn-cs"/>
              </a:rPr>
              <a:t>Tonight is about what actually makes AI work inside a company.</a:t>
            </a:r>
          </a:p>
          <a:p>
            <a:r>
              <a:rPr lang="en-SG" sz="1200" b="0" i="0" u="none" strike="noStrike" kern="1200" dirty="0">
                <a:solidFill>
                  <a:schemeClr val="tx1"/>
                </a:solidFill>
                <a:effectLst/>
                <a:latin typeface="+mn-lt"/>
                <a:ea typeface="+mn-ea"/>
                <a:cs typeface="+mn-cs"/>
              </a:rPr>
              <a:t>Start with the Stanford evidence, then get practical.</a:t>
            </a:r>
          </a:p>
          <a:p>
            <a:r>
              <a:rPr lang="en-SG" sz="1200" b="0" i="0" u="none" strike="noStrike" kern="1200" dirty="0">
                <a:solidFill>
                  <a:schemeClr val="tx1"/>
                </a:solidFill>
                <a:effectLst/>
                <a:latin typeface="+mn-lt"/>
                <a:ea typeface="+mn-ea"/>
                <a:cs typeface="+mn-cs"/>
              </a:rPr>
              <a:t>Set the tone: honest, useful, no hype.</a:t>
            </a:r>
          </a:p>
          <a:p>
            <a:endParaRPr lang="en-US" dirty="0"/>
          </a:p>
        </p:txBody>
      </p:sp>
      <p:sp>
        <p:nvSpPr>
          <p:cNvPr id="4" name="Slide Number Placeholder 3"/>
          <p:cNvSpPr>
            <a:spLocks noGrp="1"/>
          </p:cNvSpPr>
          <p:nvPr>
            <p:ph type="sldNum" sz="quarter" idx="5"/>
          </p:nvPr>
        </p:nvSpPr>
        <p:spPr/>
        <p:txBody>
          <a:bodyPr/>
          <a:lstStyle/>
          <a:p>
            <a:fld id="{342717D4-4E19-904E-ACD6-A6FC31330710}" type="slidenum">
              <a:rPr lang="en-US" smtClean="0"/>
              <a:t>1</a:t>
            </a:fld>
            <a:endParaRPr lang="en-US"/>
          </a:p>
        </p:txBody>
      </p:sp>
    </p:spTree>
    <p:extLst>
      <p:ext uri="{BB962C8B-B14F-4D97-AF65-F5344CB8AC3E}">
        <p14:creationId xmlns:p14="http://schemas.microsoft.com/office/powerpoint/2010/main" val="1634828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3CD9E-4042-BFF1-AC28-E5EE500EC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AC3608-4E90-8B93-51B1-33F34CDC49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081DD-FB92-8A00-0975-7D741E6F829C}"/>
              </a:ext>
            </a:extLst>
          </p:cNvPr>
          <p:cNvSpPr>
            <a:spLocks noGrp="1"/>
          </p:cNvSpPr>
          <p:nvPr>
            <p:ph type="body" idx="1"/>
          </p:nvPr>
        </p:nvSpPr>
        <p:spPr/>
        <p:txBody>
          <a:bodyPr/>
          <a:lstStyle/>
          <a:p>
            <a:r>
              <a:rPr lang="en-SG" sz="1200" b="1" i="0" u="none" strike="noStrike" kern="1200" dirty="0">
                <a:solidFill>
                  <a:schemeClr val="tx1"/>
                </a:solidFill>
                <a:effectLst/>
                <a:latin typeface="+mn-lt"/>
                <a:ea typeface="+mn-ea"/>
                <a:cs typeface="+mn-cs"/>
              </a:rPr>
              <a:t>AI is a Team Sport</a:t>
            </a:r>
            <a:endParaRPr lang="en-SG" sz="1200" b="0" i="0" u="none" strike="noStrike" kern="1200" dirty="0">
              <a:solidFill>
                <a:schemeClr val="tx1"/>
              </a:solidFill>
              <a:effectLst/>
              <a:latin typeface="+mn-lt"/>
              <a:ea typeface="+mn-ea"/>
              <a:cs typeface="+mn-cs"/>
            </a:endParaRPr>
          </a:p>
          <a:p>
            <a:endParaRPr lang="en-SG" sz="1200" b="0" i="0" u="none" strike="noStrike" kern="1200" dirty="0">
              <a:solidFill>
                <a:schemeClr val="tx1"/>
              </a:solidFill>
              <a:effectLst/>
              <a:latin typeface="+mn-lt"/>
              <a:ea typeface="+mn-ea"/>
              <a:cs typeface="+mn-cs"/>
            </a:endParaRPr>
          </a:p>
          <a:p>
            <a:r>
              <a:rPr lang="en-SG" dirty="0"/>
              <a:t>Ray: "AI is a team sport. The Stanford study and others point to the role of the sponsor in driving initiatives first-hand. But even with a strong leader, there can be concerns under the surface. How do we diagnose that?"</a:t>
            </a:r>
            <a:endParaRPr lang="en-SG"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FE27D97-A0CC-CB37-324E-A9E329488D2C}"/>
              </a:ext>
            </a:extLst>
          </p:cNvPr>
          <p:cNvSpPr>
            <a:spLocks noGrp="1"/>
          </p:cNvSpPr>
          <p:nvPr>
            <p:ph type="sldNum" sz="quarter" idx="5"/>
          </p:nvPr>
        </p:nvSpPr>
        <p:spPr/>
        <p:txBody>
          <a:bodyPr/>
          <a:lstStyle/>
          <a:p>
            <a:fld id="{342717D4-4E19-904E-ACD6-A6FC31330710}" type="slidenum">
              <a:rPr lang="en-US" smtClean="0"/>
              <a:t>2</a:t>
            </a:fld>
            <a:endParaRPr lang="en-US"/>
          </a:p>
        </p:txBody>
      </p:sp>
    </p:spTree>
    <p:extLst>
      <p:ext uri="{BB962C8B-B14F-4D97-AF65-F5344CB8AC3E}">
        <p14:creationId xmlns:p14="http://schemas.microsoft.com/office/powerpoint/2010/main" val="34050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B5A9A-60BE-0675-F43B-5C0065E8FC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6B5250-8DB4-20F3-1968-DD614F2713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9D4A2-171E-63D3-5EF7-3FE76D843F1C}"/>
              </a:ext>
            </a:extLst>
          </p:cNvPr>
          <p:cNvSpPr>
            <a:spLocks noGrp="1"/>
          </p:cNvSpPr>
          <p:nvPr>
            <p:ph type="body" idx="1"/>
          </p:nvPr>
        </p:nvSpPr>
        <p:spPr/>
        <p:txBody>
          <a:bodyPr/>
          <a:lstStyle/>
          <a:p>
            <a:r>
              <a:rPr lang="en-SG" sz="1200" b="1" i="0" u="none" strike="noStrike" kern="1200" dirty="0">
                <a:solidFill>
                  <a:schemeClr val="tx1"/>
                </a:solidFill>
                <a:effectLst/>
                <a:latin typeface="+mn-lt"/>
                <a:ea typeface="+mn-ea"/>
                <a:cs typeface="+mn-cs"/>
              </a:rPr>
              <a:t>FAKTS</a:t>
            </a:r>
            <a:endParaRPr lang="en-SG" sz="1200" b="0" i="0" u="none" strike="noStrike" kern="1200" dirty="0">
              <a:solidFill>
                <a:schemeClr val="tx1"/>
              </a:solidFill>
              <a:effectLst/>
              <a:latin typeface="+mn-lt"/>
              <a:ea typeface="+mn-ea"/>
              <a:cs typeface="+mn-cs"/>
            </a:endParaRPr>
          </a:p>
          <a:p>
            <a:endParaRPr lang="en-SG" sz="1200" b="0" i="0" u="none" strike="noStrike" kern="1200" dirty="0">
              <a:solidFill>
                <a:schemeClr val="tx1"/>
              </a:solidFill>
              <a:effectLst/>
              <a:latin typeface="+mn-lt"/>
              <a:ea typeface="+mn-ea"/>
              <a:cs typeface="+mn-cs"/>
            </a:endParaRPr>
          </a:p>
          <a:p>
            <a:r>
              <a:rPr lang="en-SG" dirty="0"/>
              <a:t>Arman: Building a high-performance team means understanding what people are worried about and working through it with them. </a:t>
            </a:r>
          </a:p>
          <a:p>
            <a:endParaRPr lang="en-SG" dirty="0"/>
          </a:p>
          <a:p>
            <a:r>
              <a:rPr lang="en-SG" dirty="0"/>
              <a:t>That is where performance comes from — coaching the team, not managing or appeasing it. </a:t>
            </a:r>
          </a:p>
          <a:p>
            <a:endParaRPr lang="en-SG" dirty="0"/>
          </a:p>
          <a:p>
            <a:r>
              <a:rPr lang="en-SG" dirty="0"/>
              <a:t>Five things to track: FAKTS. Fear is what you see. </a:t>
            </a:r>
          </a:p>
          <a:p>
            <a:endParaRPr lang="en-SG" dirty="0"/>
          </a:p>
          <a:p>
            <a:r>
              <a:rPr lang="en-SG" dirty="0"/>
              <a:t>The other four are why: Agency, Knowledge, Trust, Self-Interest. </a:t>
            </a:r>
          </a:p>
          <a:p>
            <a:endParaRPr lang="en-SG" dirty="0"/>
          </a:p>
          <a:p>
            <a:r>
              <a:rPr lang="en-SG" dirty="0"/>
              <a:t>The first three you can resolve. The last you can only name.</a:t>
            </a:r>
          </a:p>
          <a:p>
            <a:endParaRPr lang="en-SG" dirty="0"/>
          </a:p>
          <a:p>
            <a:endParaRPr lang="en-SG" dirty="0"/>
          </a:p>
          <a:p>
            <a:endParaRPr lang="en-SG" dirty="0"/>
          </a:p>
          <a:p>
            <a:endParaRPr lang="en-SG" dirty="0"/>
          </a:p>
        </p:txBody>
      </p:sp>
      <p:sp>
        <p:nvSpPr>
          <p:cNvPr id="4" name="Slide Number Placeholder 3">
            <a:extLst>
              <a:ext uri="{FF2B5EF4-FFF2-40B4-BE49-F238E27FC236}">
                <a16:creationId xmlns:a16="http://schemas.microsoft.com/office/drawing/2014/main" id="{0446475E-BA6B-EB12-5CA6-D8045E7F40DF}"/>
              </a:ext>
            </a:extLst>
          </p:cNvPr>
          <p:cNvSpPr>
            <a:spLocks noGrp="1"/>
          </p:cNvSpPr>
          <p:nvPr>
            <p:ph type="sldNum" sz="quarter" idx="5"/>
          </p:nvPr>
        </p:nvSpPr>
        <p:spPr/>
        <p:txBody>
          <a:bodyPr/>
          <a:lstStyle/>
          <a:p>
            <a:fld id="{342717D4-4E19-904E-ACD6-A6FC31330710}" type="slidenum">
              <a:rPr lang="en-US" smtClean="0"/>
              <a:t>3</a:t>
            </a:fld>
            <a:endParaRPr lang="en-US"/>
          </a:p>
        </p:txBody>
      </p:sp>
    </p:spTree>
    <p:extLst>
      <p:ext uri="{BB962C8B-B14F-4D97-AF65-F5344CB8AC3E}">
        <p14:creationId xmlns:p14="http://schemas.microsoft.com/office/powerpoint/2010/main" val="2848078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0BB21-9302-E8CB-98C8-1A3B7C5BF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E4E56D-39E2-9B7A-1173-CE0A65561E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BDBBDD-5270-B2E5-47FF-C2F5903A0746}"/>
              </a:ext>
            </a:extLst>
          </p:cNvPr>
          <p:cNvSpPr>
            <a:spLocks noGrp="1"/>
          </p:cNvSpPr>
          <p:nvPr>
            <p:ph type="body" idx="1"/>
          </p:nvPr>
        </p:nvSpPr>
        <p:spPr/>
        <p:txBody>
          <a:bodyPr/>
          <a:lstStyle/>
          <a:p>
            <a:r>
              <a:rPr lang="en-SG" sz="1200" b="1" i="0" u="none" strike="noStrike" kern="1200" dirty="0">
                <a:solidFill>
                  <a:schemeClr val="tx1"/>
                </a:solidFill>
                <a:effectLst/>
                <a:latin typeface="+mn-lt"/>
                <a:ea typeface="+mn-ea"/>
                <a:cs typeface="+mn-cs"/>
              </a:rPr>
              <a:t>Fear</a:t>
            </a:r>
          </a:p>
          <a:p>
            <a:endParaRPr lang="en-SG" sz="1200" b="1" i="0" u="none" strike="noStrike" kern="1200" dirty="0">
              <a:solidFill>
                <a:schemeClr val="tx1"/>
              </a:solidFill>
              <a:effectLst/>
              <a:latin typeface="+mn-lt"/>
              <a:ea typeface="+mn-ea"/>
              <a:cs typeface="+mn-cs"/>
            </a:endParaRPr>
          </a:p>
          <a:p>
            <a:r>
              <a:rPr lang="en-SG" dirty="0"/>
              <a:t>Ray: "Let's start with Fear. Different roles fear different things. Leadership fears unproven return. Middle management fears being bypassed. Legal, HR, Risk fear the blame. Frontline fears layoffs. How do we address fear?"</a:t>
            </a:r>
            <a:endParaRPr lang="en-SG" sz="1200" b="0" i="0" u="none" strike="noStrike" kern="1200" dirty="0">
              <a:solidFill>
                <a:schemeClr val="tx1"/>
              </a:solidFill>
              <a:effectLst/>
              <a:latin typeface="+mn-lt"/>
              <a:ea typeface="+mn-ea"/>
              <a:cs typeface="+mn-cs"/>
            </a:endParaRPr>
          </a:p>
          <a:p>
            <a:endParaRPr lang="en-SG" dirty="0"/>
          </a:p>
          <a:p>
            <a:endParaRPr lang="en-SG" dirty="0"/>
          </a:p>
          <a:p>
            <a:endParaRPr lang="en-SG" dirty="0"/>
          </a:p>
          <a:p>
            <a:endParaRPr lang="en-SG" dirty="0"/>
          </a:p>
          <a:p>
            <a:endParaRPr lang="en-SG" dirty="0"/>
          </a:p>
        </p:txBody>
      </p:sp>
      <p:sp>
        <p:nvSpPr>
          <p:cNvPr id="4" name="Slide Number Placeholder 3">
            <a:extLst>
              <a:ext uri="{FF2B5EF4-FFF2-40B4-BE49-F238E27FC236}">
                <a16:creationId xmlns:a16="http://schemas.microsoft.com/office/drawing/2014/main" id="{68FC6DE6-163D-EF27-96B2-FE7B0D164341}"/>
              </a:ext>
            </a:extLst>
          </p:cNvPr>
          <p:cNvSpPr>
            <a:spLocks noGrp="1"/>
          </p:cNvSpPr>
          <p:nvPr>
            <p:ph type="sldNum" sz="quarter" idx="5"/>
          </p:nvPr>
        </p:nvSpPr>
        <p:spPr/>
        <p:txBody>
          <a:bodyPr/>
          <a:lstStyle/>
          <a:p>
            <a:fld id="{342717D4-4E19-904E-ACD6-A6FC31330710}" type="slidenum">
              <a:rPr lang="en-US" smtClean="0"/>
              <a:t>4</a:t>
            </a:fld>
            <a:endParaRPr lang="en-US"/>
          </a:p>
        </p:txBody>
      </p:sp>
    </p:spTree>
    <p:extLst>
      <p:ext uri="{BB962C8B-B14F-4D97-AF65-F5344CB8AC3E}">
        <p14:creationId xmlns:p14="http://schemas.microsoft.com/office/powerpoint/2010/main" val="2699676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7E0C4-67A3-68AF-4574-2662DF645C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27061-30F5-CB15-E3C4-AEE511120E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3DD642-70A6-EFDD-09C7-9390B0A07B73}"/>
              </a:ext>
            </a:extLst>
          </p:cNvPr>
          <p:cNvSpPr>
            <a:spLocks noGrp="1"/>
          </p:cNvSpPr>
          <p:nvPr>
            <p:ph type="body" idx="1"/>
          </p:nvPr>
        </p:nvSpPr>
        <p:spPr/>
        <p:txBody>
          <a:bodyPr/>
          <a:lstStyle/>
          <a:p>
            <a:r>
              <a:rPr lang="en-SG" sz="1200" b="1" i="0" u="none" strike="noStrike" kern="1200" dirty="0">
                <a:solidFill>
                  <a:schemeClr val="tx1"/>
                </a:solidFill>
                <a:effectLst/>
                <a:latin typeface="+mn-lt"/>
                <a:ea typeface="+mn-ea"/>
                <a:cs typeface="+mn-cs"/>
              </a:rPr>
              <a:t>Fear</a:t>
            </a:r>
          </a:p>
          <a:p>
            <a:endParaRPr lang="en-SG" sz="1200" b="0" i="0" u="none" strike="noStrike" kern="1200" dirty="0">
              <a:solidFill>
                <a:schemeClr val="tx1"/>
              </a:solidFill>
              <a:effectLst/>
              <a:latin typeface="+mn-lt"/>
              <a:ea typeface="+mn-ea"/>
              <a:cs typeface="+mn-cs"/>
            </a:endParaRPr>
          </a:p>
          <a:p>
            <a:r>
              <a:rPr lang="en-SG" sz="1200" b="0" i="0" u="none" strike="noStrike" kern="1200" dirty="0">
                <a:solidFill>
                  <a:schemeClr val="tx1"/>
                </a:solidFill>
                <a:effectLst/>
                <a:latin typeface="+mn-lt"/>
                <a:ea typeface="+mn-ea"/>
                <a:cs typeface="+mn-cs"/>
              </a:rPr>
              <a:t>Arman: </a:t>
            </a:r>
          </a:p>
          <a:p>
            <a:endParaRPr lang="en-SG" sz="1200" b="0" i="0" u="none" strike="noStrike" kern="1200" dirty="0">
              <a:solidFill>
                <a:schemeClr val="tx1"/>
              </a:solidFill>
              <a:effectLst/>
              <a:latin typeface="+mn-lt"/>
              <a:ea typeface="+mn-ea"/>
              <a:cs typeface="+mn-cs"/>
            </a:endParaRPr>
          </a:p>
          <a:p>
            <a:r>
              <a:rPr lang="en-SG" dirty="0"/>
              <a:t>Arman: Fear is the presenting symptom. When someone resists, what you see is fear — of blame, of losing control, of being made redundant. </a:t>
            </a:r>
          </a:p>
          <a:p>
            <a:endParaRPr lang="en-SG" dirty="0"/>
          </a:p>
          <a:p>
            <a:r>
              <a:rPr lang="en-SG" dirty="0"/>
              <a:t>But fear has different roots: </a:t>
            </a:r>
          </a:p>
          <a:p>
            <a:pPr marL="171450" indent="-171450">
              <a:buFont typeface="Arial" panose="020B0604020202020204" pitchFamily="34" charset="0"/>
              <a:buChar char="•"/>
            </a:pPr>
            <a:r>
              <a:rPr lang="en-SG" dirty="0"/>
              <a:t>Agency — "I have no say" → loss of control. </a:t>
            </a:r>
          </a:p>
          <a:p>
            <a:pPr marL="171450" indent="-171450">
              <a:buFont typeface="Arial" panose="020B0604020202020204" pitchFamily="34" charset="0"/>
              <a:buChar char="•"/>
            </a:pPr>
            <a:r>
              <a:rPr lang="en-SG" dirty="0"/>
              <a:t>Knowledge — "I don't understand it" → the unknown. </a:t>
            </a:r>
          </a:p>
          <a:p>
            <a:pPr marL="171450" indent="-171450">
              <a:buFont typeface="Arial" panose="020B0604020202020204" pitchFamily="34" charset="0"/>
              <a:buChar char="•"/>
            </a:pPr>
            <a:r>
              <a:rPr lang="en-SG" dirty="0"/>
              <a:t>Trust — "I don't believe it works" → being let down. </a:t>
            </a:r>
          </a:p>
          <a:p>
            <a:pPr marL="171450" indent="-171450">
              <a:buFont typeface="Arial" panose="020B0604020202020204" pitchFamily="34" charset="0"/>
              <a:buChar char="•"/>
            </a:pPr>
            <a:r>
              <a:rPr lang="en-SG" dirty="0"/>
              <a:t>Self-Interest — a purely selfish motive. The one root with no response.</a:t>
            </a:r>
            <a:endParaRPr lang="en-SG" sz="1200" b="0" i="0" u="none" strike="noStrike" kern="1200" dirty="0">
              <a:solidFill>
                <a:schemeClr val="tx1"/>
              </a:solidFill>
              <a:effectLst/>
              <a:latin typeface="+mn-lt"/>
              <a:ea typeface="+mn-ea"/>
              <a:cs typeface="+mn-cs"/>
            </a:endParaRPr>
          </a:p>
          <a:p>
            <a:pPr marL="171450" indent="-171450">
              <a:buFont typeface="Arial" panose="020B0604020202020204" pitchFamily="34" charset="0"/>
              <a:buChar char="•"/>
            </a:pPr>
            <a:endParaRPr lang="en-SG" sz="1200" b="0" i="0" u="none" strike="noStrike" kern="1200" dirty="0">
              <a:solidFill>
                <a:schemeClr val="tx1"/>
              </a:solidFill>
              <a:effectLst/>
              <a:latin typeface="+mn-lt"/>
              <a:ea typeface="+mn-ea"/>
              <a:cs typeface="+mn-cs"/>
            </a:endParaRPr>
          </a:p>
          <a:p>
            <a:endParaRPr lang="en-SG" dirty="0"/>
          </a:p>
          <a:p>
            <a:endParaRPr lang="en-SG" dirty="0"/>
          </a:p>
          <a:p>
            <a:endParaRPr lang="en-SG" dirty="0"/>
          </a:p>
          <a:p>
            <a:endParaRPr lang="en-SG" dirty="0"/>
          </a:p>
          <a:p>
            <a:endParaRPr lang="en-SG" dirty="0"/>
          </a:p>
        </p:txBody>
      </p:sp>
      <p:sp>
        <p:nvSpPr>
          <p:cNvPr id="4" name="Slide Number Placeholder 3">
            <a:extLst>
              <a:ext uri="{FF2B5EF4-FFF2-40B4-BE49-F238E27FC236}">
                <a16:creationId xmlns:a16="http://schemas.microsoft.com/office/drawing/2014/main" id="{25CCB5A2-6952-FA15-9BB1-177FC1F6A106}"/>
              </a:ext>
            </a:extLst>
          </p:cNvPr>
          <p:cNvSpPr>
            <a:spLocks noGrp="1"/>
          </p:cNvSpPr>
          <p:nvPr>
            <p:ph type="sldNum" sz="quarter" idx="5"/>
          </p:nvPr>
        </p:nvSpPr>
        <p:spPr/>
        <p:txBody>
          <a:bodyPr/>
          <a:lstStyle/>
          <a:p>
            <a:fld id="{342717D4-4E19-904E-ACD6-A6FC31330710}" type="slidenum">
              <a:rPr lang="en-US" smtClean="0"/>
              <a:t>5</a:t>
            </a:fld>
            <a:endParaRPr lang="en-US"/>
          </a:p>
        </p:txBody>
      </p:sp>
    </p:spTree>
    <p:extLst>
      <p:ext uri="{BB962C8B-B14F-4D97-AF65-F5344CB8AC3E}">
        <p14:creationId xmlns:p14="http://schemas.microsoft.com/office/powerpoint/2010/main" val="2611041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0688F-2E9C-2705-EA42-21555BB9B3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57AA0-498D-A959-C9C2-F5B23D30D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BD5148-382C-A3FA-6516-032C20E2E927}"/>
              </a:ext>
            </a:extLst>
          </p:cNvPr>
          <p:cNvSpPr>
            <a:spLocks noGrp="1"/>
          </p:cNvSpPr>
          <p:nvPr>
            <p:ph type="body" idx="1"/>
          </p:nvPr>
        </p:nvSpPr>
        <p:spPr/>
        <p:txBody>
          <a:bodyPr/>
          <a:lstStyle/>
          <a:p>
            <a:r>
              <a:rPr lang="en-SG" sz="1200" b="1" i="0" u="none" strike="noStrike" kern="1200" dirty="0">
                <a:solidFill>
                  <a:schemeClr val="tx1"/>
                </a:solidFill>
                <a:effectLst/>
                <a:latin typeface="+mn-lt"/>
                <a:ea typeface="+mn-ea"/>
                <a:cs typeface="+mn-cs"/>
              </a:rPr>
              <a:t>Agency</a:t>
            </a:r>
          </a:p>
          <a:p>
            <a:endParaRPr lang="en-SG" sz="1200" b="1" i="0" u="none" strike="noStrike" kern="1200" dirty="0">
              <a:solidFill>
                <a:schemeClr val="tx1"/>
              </a:solidFill>
              <a:effectLst/>
              <a:latin typeface="+mn-lt"/>
              <a:ea typeface="+mn-ea"/>
              <a:cs typeface="+mn-cs"/>
            </a:endParaRPr>
          </a:p>
          <a:p>
            <a:r>
              <a:rPr lang="en-SG" dirty="0"/>
              <a:t>Ray: "People accept change they can't avoid, but acceptance isn't agreement — the resentment stays under the surface. How do we deal with that?" </a:t>
            </a:r>
          </a:p>
          <a:p>
            <a:endParaRPr lang="en-SG" dirty="0"/>
          </a:p>
          <a:p>
            <a:r>
              <a:rPr lang="en-SG" dirty="0"/>
              <a:t>Arman: People want a voice, and to understand why. </a:t>
            </a:r>
          </a:p>
          <a:p>
            <a:r>
              <a:rPr lang="en-SG" dirty="0"/>
              <a:t>That is dignity. The response is co-creation: a hand in shaping the new way, with their expertise setting the rules.</a:t>
            </a:r>
          </a:p>
        </p:txBody>
      </p:sp>
      <p:sp>
        <p:nvSpPr>
          <p:cNvPr id="4" name="Slide Number Placeholder 3">
            <a:extLst>
              <a:ext uri="{FF2B5EF4-FFF2-40B4-BE49-F238E27FC236}">
                <a16:creationId xmlns:a16="http://schemas.microsoft.com/office/drawing/2014/main" id="{8B6E2F6E-41DF-5859-2459-7A322547FD8C}"/>
              </a:ext>
            </a:extLst>
          </p:cNvPr>
          <p:cNvSpPr>
            <a:spLocks noGrp="1"/>
          </p:cNvSpPr>
          <p:nvPr>
            <p:ph type="sldNum" sz="quarter" idx="5"/>
          </p:nvPr>
        </p:nvSpPr>
        <p:spPr/>
        <p:txBody>
          <a:bodyPr/>
          <a:lstStyle/>
          <a:p>
            <a:fld id="{342717D4-4E19-904E-ACD6-A6FC31330710}" type="slidenum">
              <a:rPr lang="en-US" smtClean="0"/>
              <a:t>6</a:t>
            </a:fld>
            <a:endParaRPr lang="en-US"/>
          </a:p>
        </p:txBody>
      </p:sp>
    </p:spTree>
    <p:extLst>
      <p:ext uri="{BB962C8B-B14F-4D97-AF65-F5344CB8AC3E}">
        <p14:creationId xmlns:p14="http://schemas.microsoft.com/office/powerpoint/2010/main" val="1322056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BC2C2-3002-EE55-9EAD-D97050C735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7D04C-C33A-2B75-FEDD-1FDD17F609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A6C285-592E-59E0-3E17-EDD08CE5754C}"/>
              </a:ext>
            </a:extLst>
          </p:cNvPr>
          <p:cNvSpPr>
            <a:spLocks noGrp="1"/>
          </p:cNvSpPr>
          <p:nvPr>
            <p:ph type="body" idx="1"/>
          </p:nvPr>
        </p:nvSpPr>
        <p:spPr/>
        <p:txBody>
          <a:bodyPr/>
          <a:lstStyle/>
          <a:p>
            <a:r>
              <a:rPr lang="en-SG" sz="1200" b="1" i="0" u="none" strike="noStrike" kern="1200" dirty="0">
                <a:solidFill>
                  <a:schemeClr val="tx1"/>
                </a:solidFill>
                <a:effectLst/>
                <a:latin typeface="+mn-lt"/>
                <a:ea typeface="+mn-ea"/>
                <a:cs typeface="+mn-cs"/>
              </a:rPr>
              <a:t>Knowledge</a:t>
            </a:r>
          </a:p>
          <a:p>
            <a:endParaRPr lang="en-SG" sz="1200" b="1" i="0" u="none" strike="noStrike" kern="1200" dirty="0">
              <a:solidFill>
                <a:schemeClr val="tx1"/>
              </a:solidFill>
              <a:effectLst/>
              <a:latin typeface="+mn-lt"/>
              <a:ea typeface="+mn-ea"/>
              <a:cs typeface="+mn-cs"/>
            </a:endParaRPr>
          </a:p>
          <a:p>
            <a:r>
              <a:rPr lang="en-SG" dirty="0"/>
              <a:t>Ray: "This one seems the most fixable of the four." </a:t>
            </a:r>
          </a:p>
          <a:p>
            <a:endParaRPr lang="en-SG" dirty="0"/>
          </a:p>
          <a:p>
            <a:r>
              <a:rPr lang="en-SG" dirty="0"/>
              <a:t>Arman: </a:t>
            </a:r>
          </a:p>
          <a:p>
            <a:r>
              <a:rPr lang="en-SG" dirty="0"/>
              <a:t>BCG: about 69% of people build skill fastest from capable colleagues. </a:t>
            </a:r>
          </a:p>
          <a:p>
            <a:endParaRPr lang="en-SG" dirty="0"/>
          </a:p>
          <a:p>
            <a:r>
              <a:rPr lang="en-SG" dirty="0"/>
              <a:t>Training works best hands-on, in your own workflow — learning what the tool does well and where it fails. </a:t>
            </a:r>
          </a:p>
          <a:p>
            <a:endParaRPr lang="en-SG" dirty="0"/>
          </a:p>
          <a:p>
            <a:r>
              <a:rPr lang="en-SG" dirty="0"/>
              <a:t>It is the floor, and Trust stands directly on top of it.</a:t>
            </a:r>
          </a:p>
        </p:txBody>
      </p:sp>
      <p:sp>
        <p:nvSpPr>
          <p:cNvPr id="4" name="Slide Number Placeholder 3">
            <a:extLst>
              <a:ext uri="{FF2B5EF4-FFF2-40B4-BE49-F238E27FC236}">
                <a16:creationId xmlns:a16="http://schemas.microsoft.com/office/drawing/2014/main" id="{7797FB6C-DF77-7451-9D69-D073248EB8B9}"/>
              </a:ext>
            </a:extLst>
          </p:cNvPr>
          <p:cNvSpPr>
            <a:spLocks noGrp="1"/>
          </p:cNvSpPr>
          <p:nvPr>
            <p:ph type="sldNum" sz="quarter" idx="5"/>
          </p:nvPr>
        </p:nvSpPr>
        <p:spPr/>
        <p:txBody>
          <a:bodyPr/>
          <a:lstStyle/>
          <a:p>
            <a:fld id="{342717D4-4E19-904E-ACD6-A6FC31330710}" type="slidenum">
              <a:rPr lang="en-US" smtClean="0"/>
              <a:t>7</a:t>
            </a:fld>
            <a:endParaRPr lang="en-US"/>
          </a:p>
        </p:txBody>
      </p:sp>
    </p:spTree>
    <p:extLst>
      <p:ext uri="{BB962C8B-B14F-4D97-AF65-F5344CB8AC3E}">
        <p14:creationId xmlns:p14="http://schemas.microsoft.com/office/powerpoint/2010/main" val="2346212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45830-229F-39CE-4178-35ADC3F1F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9B97E-BA6A-CF75-5E62-5838715AC4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7AA90B-144A-C8EC-1291-3F2DA1B32824}"/>
              </a:ext>
            </a:extLst>
          </p:cNvPr>
          <p:cNvSpPr>
            <a:spLocks noGrp="1"/>
          </p:cNvSpPr>
          <p:nvPr>
            <p:ph type="body" idx="1"/>
          </p:nvPr>
        </p:nvSpPr>
        <p:spPr/>
        <p:txBody>
          <a:bodyPr/>
          <a:lstStyle/>
          <a:p>
            <a:r>
              <a:rPr lang="en-SG" sz="1200" b="1" i="0" u="none" strike="noStrike" kern="1200" dirty="0">
                <a:solidFill>
                  <a:schemeClr val="tx1"/>
                </a:solidFill>
                <a:effectLst/>
                <a:latin typeface="+mn-lt"/>
                <a:ea typeface="+mn-ea"/>
                <a:cs typeface="+mn-cs"/>
              </a:rPr>
              <a:t>Trust</a:t>
            </a:r>
          </a:p>
          <a:p>
            <a:endParaRPr lang="en-SG" sz="1200" b="1" i="0" u="none" strike="noStrike" kern="1200" dirty="0">
              <a:solidFill>
                <a:schemeClr val="tx1"/>
              </a:solidFill>
              <a:effectLst/>
              <a:latin typeface="+mn-lt"/>
              <a:ea typeface="+mn-ea"/>
              <a:cs typeface="+mn-cs"/>
            </a:endParaRPr>
          </a:p>
          <a:p>
            <a:r>
              <a:rPr lang="en-SG" sz="1200" b="0" i="0" u="none" strike="noStrike" kern="1200" dirty="0">
                <a:solidFill>
                  <a:schemeClr val="tx1"/>
                </a:solidFill>
                <a:effectLst/>
                <a:latin typeface="+mn-lt"/>
                <a:ea typeface="+mn-ea"/>
                <a:cs typeface="+mn-cs"/>
              </a:rPr>
              <a:t>Ray</a:t>
            </a:r>
            <a:r>
              <a:rPr lang="en-SG" sz="1200" b="1" i="0" u="none" strike="noStrike" kern="1200" dirty="0">
                <a:solidFill>
                  <a:schemeClr val="tx1"/>
                </a:solidFill>
                <a:effectLst/>
                <a:latin typeface="+mn-lt"/>
                <a:ea typeface="+mn-ea"/>
                <a:cs typeface="+mn-cs"/>
              </a:rPr>
              <a:t>: </a:t>
            </a:r>
          </a:p>
          <a:p>
            <a:r>
              <a:rPr lang="en-SG" sz="1200" b="0" i="0" u="none" strike="noStrike" kern="1200" dirty="0">
                <a:solidFill>
                  <a:schemeClr val="tx1"/>
                </a:solidFill>
                <a:effectLst/>
                <a:latin typeface="+mn-lt"/>
                <a:ea typeface="+mn-ea"/>
                <a:cs typeface="+mn-cs"/>
              </a:rPr>
              <a:t>And from the research — what actually builds trust in these tools?</a:t>
            </a:r>
            <a:br>
              <a:rPr lang="en-SG" dirty="0"/>
            </a:br>
            <a:endParaRPr lang="en-SG" sz="1200" b="0" i="0" u="none" strike="noStrike" kern="1200" dirty="0">
              <a:solidFill>
                <a:schemeClr val="tx1"/>
              </a:solidFill>
              <a:effectLst/>
              <a:latin typeface="+mn-lt"/>
              <a:ea typeface="+mn-ea"/>
              <a:cs typeface="+mn-cs"/>
            </a:endParaRPr>
          </a:p>
          <a:p>
            <a:endParaRPr lang="en-SG" sz="1200" b="0" i="0" u="none" strike="noStrike" kern="1200" dirty="0">
              <a:solidFill>
                <a:schemeClr val="tx1"/>
              </a:solidFill>
              <a:effectLst/>
              <a:latin typeface="+mn-lt"/>
              <a:ea typeface="+mn-ea"/>
              <a:cs typeface="+mn-cs"/>
            </a:endParaRPr>
          </a:p>
          <a:p>
            <a:r>
              <a:rPr lang="en-SG" dirty="0"/>
              <a:t>Arman: </a:t>
            </a:r>
          </a:p>
          <a:p>
            <a:r>
              <a:rPr lang="en-SG" dirty="0"/>
              <a:t>Trust is earned one way: by showing it works, in real work, again and again. </a:t>
            </a:r>
          </a:p>
          <a:p>
            <a:endParaRPr lang="en-SG" dirty="0"/>
          </a:p>
          <a:p>
            <a:r>
              <a:rPr lang="en-SG" dirty="0"/>
              <a:t>Not by telling people it's reliable — by letting them watch it perform and check it. </a:t>
            </a:r>
          </a:p>
          <a:p>
            <a:endParaRPr lang="en-SG" dirty="0"/>
          </a:p>
          <a:p>
            <a:r>
              <a:rPr lang="en-SG" dirty="0"/>
              <a:t>Stanford: every successful deployment was built iteratively. That is calibration.</a:t>
            </a:r>
          </a:p>
        </p:txBody>
      </p:sp>
      <p:sp>
        <p:nvSpPr>
          <p:cNvPr id="4" name="Slide Number Placeholder 3">
            <a:extLst>
              <a:ext uri="{FF2B5EF4-FFF2-40B4-BE49-F238E27FC236}">
                <a16:creationId xmlns:a16="http://schemas.microsoft.com/office/drawing/2014/main" id="{11464A26-419F-AC4D-E4B9-862EC24F8B31}"/>
              </a:ext>
            </a:extLst>
          </p:cNvPr>
          <p:cNvSpPr>
            <a:spLocks noGrp="1"/>
          </p:cNvSpPr>
          <p:nvPr>
            <p:ph type="sldNum" sz="quarter" idx="5"/>
          </p:nvPr>
        </p:nvSpPr>
        <p:spPr/>
        <p:txBody>
          <a:bodyPr/>
          <a:lstStyle/>
          <a:p>
            <a:fld id="{342717D4-4E19-904E-ACD6-A6FC31330710}" type="slidenum">
              <a:rPr lang="en-US" smtClean="0"/>
              <a:t>8</a:t>
            </a:fld>
            <a:endParaRPr lang="en-US"/>
          </a:p>
        </p:txBody>
      </p:sp>
    </p:spTree>
    <p:extLst>
      <p:ext uri="{BB962C8B-B14F-4D97-AF65-F5344CB8AC3E}">
        <p14:creationId xmlns:p14="http://schemas.microsoft.com/office/powerpoint/2010/main" val="3308759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455B8-08A5-BB95-4A18-9C6E6BDB5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6155D1-1CD8-FDF3-D4F9-5167143386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55CE5-19D0-09E5-F194-1C70DE68985E}"/>
              </a:ext>
            </a:extLst>
          </p:cNvPr>
          <p:cNvSpPr>
            <a:spLocks noGrp="1"/>
          </p:cNvSpPr>
          <p:nvPr>
            <p:ph type="body" idx="1"/>
          </p:nvPr>
        </p:nvSpPr>
        <p:spPr/>
        <p:txBody>
          <a:bodyPr/>
          <a:lstStyle/>
          <a:p>
            <a:r>
              <a:rPr lang="en-SG" b="1" dirty="0"/>
              <a:t>Self-Interest</a:t>
            </a:r>
            <a:endParaRPr lang="en-SG" sz="1200" b="0" i="0" u="none" strike="noStrike" kern="1200" dirty="0">
              <a:solidFill>
                <a:schemeClr val="tx1"/>
              </a:solidFill>
              <a:effectLst/>
              <a:latin typeface="+mn-lt"/>
              <a:ea typeface="+mn-ea"/>
              <a:cs typeface="+mn-cs"/>
            </a:endParaRPr>
          </a:p>
          <a:p>
            <a:endParaRPr lang="en-SG" sz="1200" b="0" i="0" u="none" strike="noStrike" kern="1200" dirty="0">
              <a:solidFill>
                <a:schemeClr val="tx1"/>
              </a:solidFill>
              <a:effectLst/>
              <a:latin typeface="+mn-lt"/>
              <a:ea typeface="+mn-ea"/>
              <a:cs typeface="+mn-cs"/>
            </a:endParaRPr>
          </a:p>
          <a:p>
            <a:r>
              <a:rPr lang="en-SG" sz="1200" b="0" i="0" u="none" strike="noStrike" kern="1200" dirty="0">
                <a:solidFill>
                  <a:schemeClr val="tx1"/>
                </a:solidFill>
                <a:effectLst/>
                <a:latin typeface="+mn-lt"/>
                <a:ea typeface="+mn-ea"/>
                <a:cs typeface="+mn-cs"/>
              </a:rPr>
              <a:t>Arman: Self-Interest is the one root we can't resolve. The others are about the seat — anyone in it would feel the same. </a:t>
            </a:r>
          </a:p>
          <a:p>
            <a:endParaRPr lang="en-SG" sz="1200" b="0" i="0" u="none" strike="noStrike" kern="1200" dirty="0">
              <a:solidFill>
                <a:schemeClr val="tx1"/>
              </a:solidFill>
              <a:effectLst/>
              <a:latin typeface="+mn-lt"/>
              <a:ea typeface="+mn-ea"/>
              <a:cs typeface="+mn-cs"/>
            </a:endParaRPr>
          </a:p>
          <a:p>
            <a:r>
              <a:rPr lang="en-SG" sz="1200" b="0" i="0" u="none" strike="noStrike" kern="1200" dirty="0">
                <a:solidFill>
                  <a:schemeClr val="tx1"/>
                </a:solidFill>
                <a:effectLst/>
                <a:latin typeface="+mn-lt"/>
                <a:ea typeface="+mn-ea"/>
                <a:cs typeface="+mn-cs"/>
              </a:rPr>
              <a:t>Self-Interest is personal, and it would vanish if someone else held the seat. You can't co-create or train it away. You name it, and you stop.</a:t>
            </a:r>
          </a:p>
        </p:txBody>
      </p:sp>
      <p:sp>
        <p:nvSpPr>
          <p:cNvPr id="4" name="Slide Number Placeholder 3">
            <a:extLst>
              <a:ext uri="{FF2B5EF4-FFF2-40B4-BE49-F238E27FC236}">
                <a16:creationId xmlns:a16="http://schemas.microsoft.com/office/drawing/2014/main" id="{A3E25543-088A-CA20-5CD9-63885C253A41}"/>
              </a:ext>
            </a:extLst>
          </p:cNvPr>
          <p:cNvSpPr>
            <a:spLocks noGrp="1"/>
          </p:cNvSpPr>
          <p:nvPr>
            <p:ph type="sldNum" sz="quarter" idx="5"/>
          </p:nvPr>
        </p:nvSpPr>
        <p:spPr/>
        <p:txBody>
          <a:bodyPr/>
          <a:lstStyle/>
          <a:p>
            <a:fld id="{342717D4-4E19-904E-ACD6-A6FC31330710}" type="slidenum">
              <a:rPr lang="en-US" smtClean="0"/>
              <a:t>9</a:t>
            </a:fld>
            <a:endParaRPr lang="en-US"/>
          </a:p>
        </p:txBody>
      </p:sp>
    </p:spTree>
    <p:extLst>
      <p:ext uri="{BB962C8B-B14F-4D97-AF65-F5344CB8AC3E}">
        <p14:creationId xmlns:p14="http://schemas.microsoft.com/office/powerpoint/2010/main" val="2657238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E3DCE-DB37-C738-0324-95849C8257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6A8104-FD0D-6817-6679-539EC56220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754F7-814C-244C-3951-5099A0EB9DAC}"/>
              </a:ext>
            </a:extLst>
          </p:cNvPr>
          <p:cNvSpPr>
            <a:spLocks noGrp="1"/>
          </p:cNvSpPr>
          <p:nvPr>
            <p:ph type="body" idx="1"/>
          </p:nvPr>
        </p:nvSpPr>
        <p:spPr/>
        <p:txBody>
          <a:bodyPr/>
          <a:lstStyle/>
          <a:p>
            <a:r>
              <a:rPr lang="en-SG" sz="1200" b="1" i="0" u="none" strike="noStrike" kern="1200" dirty="0">
                <a:solidFill>
                  <a:schemeClr val="tx1"/>
                </a:solidFill>
                <a:effectLst/>
                <a:latin typeface="+mn-lt"/>
                <a:ea typeface="+mn-ea"/>
                <a:cs typeface="+mn-cs"/>
              </a:rPr>
              <a:t>RECAP</a:t>
            </a:r>
          </a:p>
          <a:p>
            <a:endParaRPr lang="en-SG" sz="1200" b="0" i="0" u="none" strike="noStrike" kern="1200" dirty="0">
              <a:solidFill>
                <a:schemeClr val="tx1"/>
              </a:solidFill>
              <a:effectLst/>
              <a:latin typeface="+mn-lt"/>
              <a:ea typeface="+mn-ea"/>
              <a:cs typeface="+mn-cs"/>
            </a:endParaRPr>
          </a:p>
          <a:p>
            <a:pPr rtl="0"/>
            <a:r>
              <a:rPr lang="en-SG" sz="1200" b="0" i="0" u="none" strike="noStrike" kern="1200" dirty="0">
                <a:solidFill>
                  <a:schemeClr val="tx1"/>
                </a:solidFill>
                <a:effectLst/>
                <a:latin typeface="+mn-lt"/>
                <a:ea typeface="+mn-ea"/>
                <a:cs typeface="+mn-cs"/>
              </a:rPr>
              <a:t>Ray: So although addressing people’s fears is the hardest problem, there appears to be a systematic process to identify the sources of concern.</a:t>
            </a:r>
          </a:p>
          <a:p>
            <a:br>
              <a:rPr lang="en-SG" sz="1200" b="0" i="0" u="none" strike="noStrike" kern="1200" dirty="0">
                <a:solidFill>
                  <a:schemeClr val="tx1"/>
                </a:solidFill>
                <a:effectLst/>
                <a:latin typeface="+mn-lt"/>
                <a:ea typeface="+mn-ea"/>
                <a:cs typeface="+mn-cs"/>
              </a:rPr>
            </a:br>
            <a:endParaRPr lang="en-SG" sz="1200" b="0" i="0" u="none" strike="noStrike" kern="1200" dirty="0">
              <a:solidFill>
                <a:schemeClr val="tx1"/>
              </a:solidFill>
              <a:effectLst/>
              <a:latin typeface="+mn-lt"/>
              <a:ea typeface="+mn-ea"/>
              <a:cs typeface="+mn-cs"/>
            </a:endParaRPr>
          </a:p>
          <a:p>
            <a:pPr rtl="0"/>
            <a:r>
              <a:rPr lang="en-SG" sz="1200" b="0" i="0" u="none" strike="noStrike" kern="1200" dirty="0">
                <a:solidFill>
                  <a:schemeClr val="tx1"/>
                </a:solidFill>
                <a:effectLst/>
                <a:latin typeface="+mn-lt"/>
                <a:ea typeface="+mn-ea"/>
                <a:cs typeface="+mn-cs"/>
              </a:rPr>
              <a:t>Arman: Yes. It all manifests in different types of fears. To understand the source we need to explore if the fear is driven by Agency, Knowledge, Trust, or Self Interest.  The process is actually not hard, but it does take time to understand and address peoples fears.</a:t>
            </a:r>
          </a:p>
          <a:p>
            <a:br>
              <a:rPr lang="en-SG" dirty="0"/>
            </a:br>
            <a:br>
              <a:rPr lang="en-SG" dirty="0"/>
            </a:br>
            <a:endParaRPr lang="en-SG" dirty="0"/>
          </a:p>
        </p:txBody>
      </p:sp>
      <p:sp>
        <p:nvSpPr>
          <p:cNvPr id="4" name="Slide Number Placeholder 3">
            <a:extLst>
              <a:ext uri="{FF2B5EF4-FFF2-40B4-BE49-F238E27FC236}">
                <a16:creationId xmlns:a16="http://schemas.microsoft.com/office/drawing/2014/main" id="{762E9612-1CF3-3456-9263-30CD88E22966}"/>
              </a:ext>
            </a:extLst>
          </p:cNvPr>
          <p:cNvSpPr>
            <a:spLocks noGrp="1"/>
          </p:cNvSpPr>
          <p:nvPr>
            <p:ph type="sldNum" sz="quarter" idx="5"/>
          </p:nvPr>
        </p:nvSpPr>
        <p:spPr/>
        <p:txBody>
          <a:bodyPr/>
          <a:lstStyle/>
          <a:p>
            <a:fld id="{342717D4-4E19-904E-ACD6-A6FC31330710}" type="slidenum">
              <a:rPr lang="en-US" smtClean="0"/>
              <a:t>10</a:t>
            </a:fld>
            <a:endParaRPr lang="en-US"/>
          </a:p>
        </p:txBody>
      </p:sp>
    </p:spTree>
    <p:extLst>
      <p:ext uri="{BB962C8B-B14F-4D97-AF65-F5344CB8AC3E}">
        <p14:creationId xmlns:p14="http://schemas.microsoft.com/office/powerpoint/2010/main" val="3027573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B48BF-25BB-26B8-DDA8-05554FAB3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7B4C6-837A-98DE-FE99-5265310775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7108E7-8BDF-B02B-6995-9E55CE28D8BD}"/>
              </a:ext>
            </a:extLst>
          </p:cNvPr>
          <p:cNvSpPr>
            <a:spLocks noGrp="1"/>
          </p:cNvSpPr>
          <p:nvPr>
            <p:ph type="body" idx="1"/>
          </p:nvPr>
        </p:nvSpPr>
        <p:spPr/>
        <p:txBody>
          <a:bodyPr/>
          <a:lstStyle/>
          <a:p>
            <a:r>
              <a:rPr lang="en-SG" b="1" dirty="0"/>
              <a:t>Skill</a:t>
            </a:r>
            <a:endParaRPr lang="en-SG" sz="1200" b="0" i="0" u="none" strike="noStrike" kern="1200" dirty="0">
              <a:solidFill>
                <a:schemeClr val="tx1"/>
              </a:solidFill>
              <a:effectLst/>
              <a:latin typeface="+mn-lt"/>
              <a:ea typeface="+mn-ea"/>
              <a:cs typeface="+mn-cs"/>
            </a:endParaRPr>
          </a:p>
          <a:p>
            <a:endParaRPr lang="en-SG" sz="1200" b="0" i="0" u="none" strike="noStrike" kern="1200" dirty="0">
              <a:solidFill>
                <a:schemeClr val="tx1"/>
              </a:solidFill>
              <a:effectLst/>
              <a:latin typeface="+mn-lt"/>
              <a:ea typeface="+mn-ea"/>
              <a:cs typeface="+mn-cs"/>
            </a:endParaRPr>
          </a:p>
          <a:p>
            <a:r>
              <a:rPr lang="en-SG" dirty="0"/>
              <a:t>Ray: ”Can AI help with diagnosing people issues?”</a:t>
            </a:r>
          </a:p>
          <a:p>
            <a:endParaRPr lang="en-SG" sz="1200" b="0" i="0" u="none" strike="noStrike" kern="1200" dirty="0">
              <a:solidFill>
                <a:schemeClr val="tx1"/>
              </a:solidFill>
              <a:effectLst/>
              <a:latin typeface="+mn-lt"/>
              <a:ea typeface="+mn-ea"/>
              <a:cs typeface="+mn-cs"/>
            </a:endParaRPr>
          </a:p>
          <a:p>
            <a:r>
              <a:rPr lang="en-SG" dirty="0"/>
              <a:t>Arman: We have developed a skill to map the gates — who holds a checkpoint over the deployment. Not by rank, but by role: who approves, builds, runs, uses. Watch "staff functions" become six distinct gates, each with its own risk and its own conversation. For each gate, Claude gives you what's at stake, the open questions to ask, and a private key for reading the root. You walk in prepared. The reading stays yours.</a:t>
            </a:r>
            <a:endParaRPr lang="en-SG"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6A9374C-ED59-D3BB-67E1-848F8DFD4351}"/>
              </a:ext>
            </a:extLst>
          </p:cNvPr>
          <p:cNvSpPr>
            <a:spLocks noGrp="1"/>
          </p:cNvSpPr>
          <p:nvPr>
            <p:ph type="sldNum" sz="quarter" idx="5"/>
          </p:nvPr>
        </p:nvSpPr>
        <p:spPr/>
        <p:txBody>
          <a:bodyPr/>
          <a:lstStyle/>
          <a:p>
            <a:fld id="{342717D4-4E19-904E-ACD6-A6FC31330710}" type="slidenum">
              <a:rPr lang="en-US" smtClean="0"/>
              <a:t>11</a:t>
            </a:fld>
            <a:endParaRPr lang="en-US"/>
          </a:p>
        </p:txBody>
      </p:sp>
    </p:spTree>
    <p:extLst>
      <p:ext uri="{BB962C8B-B14F-4D97-AF65-F5344CB8AC3E}">
        <p14:creationId xmlns:p14="http://schemas.microsoft.com/office/powerpoint/2010/main" val="37044594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68000-AEA4-D0FC-3750-062BCF5CC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CAD0D4-AE96-103B-504C-454C7914E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C9747F-872B-C84D-FADE-C9411D782B95}"/>
              </a:ext>
            </a:extLst>
          </p:cNvPr>
          <p:cNvSpPr>
            <a:spLocks noGrp="1"/>
          </p:cNvSpPr>
          <p:nvPr>
            <p:ph type="body" idx="1"/>
          </p:nvPr>
        </p:nvSpPr>
        <p:spPr/>
        <p:txBody>
          <a:bodyPr/>
          <a:lstStyle/>
          <a:p>
            <a:r>
              <a:rPr lang="en-SG" b="1" dirty="0"/>
              <a:t>Skill</a:t>
            </a:r>
            <a:endParaRPr lang="en-SG" sz="1200" b="0" i="0" u="none" strike="noStrike" kern="1200" dirty="0">
              <a:solidFill>
                <a:schemeClr val="tx1"/>
              </a:solidFill>
              <a:effectLst/>
              <a:latin typeface="+mn-lt"/>
              <a:ea typeface="+mn-ea"/>
              <a:cs typeface="+mn-cs"/>
            </a:endParaRPr>
          </a:p>
          <a:p>
            <a:endParaRPr lang="en-SG" sz="1200" b="0" i="0" u="none" strike="noStrike" kern="1200" dirty="0">
              <a:solidFill>
                <a:schemeClr val="tx1"/>
              </a:solidFill>
              <a:effectLst/>
              <a:latin typeface="+mn-lt"/>
              <a:ea typeface="+mn-ea"/>
              <a:cs typeface="+mn-cs"/>
            </a:endParaRPr>
          </a:p>
          <a:p>
            <a:r>
              <a:rPr lang="en-SG" dirty="0"/>
              <a:t>Ray: ”Can AI help with diagnosing people issues?”</a:t>
            </a:r>
          </a:p>
          <a:p>
            <a:endParaRPr lang="en-SG" sz="1200" b="0" i="0" u="none" strike="noStrike" kern="1200" dirty="0">
              <a:solidFill>
                <a:schemeClr val="tx1"/>
              </a:solidFill>
              <a:effectLst/>
              <a:latin typeface="+mn-lt"/>
              <a:ea typeface="+mn-ea"/>
              <a:cs typeface="+mn-cs"/>
            </a:endParaRPr>
          </a:p>
          <a:p>
            <a:r>
              <a:rPr lang="en-SG" dirty="0"/>
              <a:t>Arman: We have developed a skill to map the gates — who holds a checkpoint over the deployment. Not by rank, but by role: who approves, builds, runs, uses. Watch "staff functions" become six distinct gates, each with its own risk and its own conversation. For each gate, Claude gives you what's at stake, the open questions to ask, and a private key for reading the root. You walk in prepared. The reading stays yours.</a:t>
            </a:r>
            <a:endParaRPr lang="en-SG"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DAAFE1C-0C61-E4FB-C023-79FD83615E5B}"/>
              </a:ext>
            </a:extLst>
          </p:cNvPr>
          <p:cNvSpPr>
            <a:spLocks noGrp="1"/>
          </p:cNvSpPr>
          <p:nvPr>
            <p:ph type="sldNum" sz="quarter" idx="5"/>
          </p:nvPr>
        </p:nvSpPr>
        <p:spPr/>
        <p:txBody>
          <a:bodyPr/>
          <a:lstStyle/>
          <a:p>
            <a:fld id="{342717D4-4E19-904E-ACD6-A6FC31330710}" type="slidenum">
              <a:rPr lang="en-US" smtClean="0"/>
              <a:t>12</a:t>
            </a:fld>
            <a:endParaRPr lang="en-US"/>
          </a:p>
        </p:txBody>
      </p:sp>
    </p:spTree>
    <p:extLst>
      <p:ext uri="{BB962C8B-B14F-4D97-AF65-F5344CB8AC3E}">
        <p14:creationId xmlns:p14="http://schemas.microsoft.com/office/powerpoint/2010/main" val="1480211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AF77C-6316-6918-7DA7-F835B414043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D3A88E3-BE4A-97D3-B0E0-A83FB69CC9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6F8108F-014C-120A-9FB6-C84965157AAB}"/>
              </a:ext>
            </a:extLst>
          </p:cNvPr>
          <p:cNvSpPr>
            <a:spLocks noGrp="1"/>
          </p:cNvSpPr>
          <p:nvPr>
            <p:ph type="dt" sz="half" idx="10"/>
          </p:nvPr>
        </p:nvSpPr>
        <p:spPr/>
        <p:txBody>
          <a:bodyPr/>
          <a:lstStyle/>
          <a:p>
            <a:fld id="{7B76E21D-0D87-CB49-A5DC-0326F406B490}" type="datetimeFigureOut">
              <a:rPr lang="en-US" smtClean="0"/>
              <a:t>6/12/26</a:t>
            </a:fld>
            <a:endParaRPr lang="en-US"/>
          </a:p>
        </p:txBody>
      </p:sp>
      <p:sp>
        <p:nvSpPr>
          <p:cNvPr id="5" name="Footer Placeholder 4">
            <a:extLst>
              <a:ext uri="{FF2B5EF4-FFF2-40B4-BE49-F238E27FC236}">
                <a16:creationId xmlns:a16="http://schemas.microsoft.com/office/drawing/2014/main" id="{6F073808-3D46-AF9B-74A4-7B85801059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F49F9-2A33-0E6B-A9DE-FD06D06684DD}"/>
              </a:ext>
            </a:extLst>
          </p:cNvPr>
          <p:cNvSpPr>
            <a:spLocks noGrp="1"/>
          </p:cNvSpPr>
          <p:nvPr>
            <p:ph type="sldNum" sz="quarter" idx="12"/>
          </p:nvPr>
        </p:nvSpPr>
        <p:spPr/>
        <p:txBody>
          <a:bodyPr/>
          <a:lstStyle/>
          <a:p>
            <a:fld id="{9D9C9874-A51A-CE48-A0ED-A4F60AF1DE36}" type="slidenum">
              <a:rPr lang="en-US" smtClean="0"/>
              <a:t>‹#›</a:t>
            </a:fld>
            <a:endParaRPr lang="en-US"/>
          </a:p>
        </p:txBody>
      </p:sp>
    </p:spTree>
    <p:extLst>
      <p:ext uri="{BB962C8B-B14F-4D97-AF65-F5344CB8AC3E}">
        <p14:creationId xmlns:p14="http://schemas.microsoft.com/office/powerpoint/2010/main" val="4244239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BCF81-BF9E-378A-FDD8-85254844729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31D663D-B697-1A35-1C3E-B86F8BA6337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9029EC5-5B9B-5917-BD94-1926877B1BF5}"/>
              </a:ext>
            </a:extLst>
          </p:cNvPr>
          <p:cNvSpPr>
            <a:spLocks noGrp="1"/>
          </p:cNvSpPr>
          <p:nvPr>
            <p:ph type="dt" sz="half" idx="10"/>
          </p:nvPr>
        </p:nvSpPr>
        <p:spPr/>
        <p:txBody>
          <a:bodyPr/>
          <a:lstStyle/>
          <a:p>
            <a:fld id="{7B76E21D-0D87-CB49-A5DC-0326F406B490}" type="datetimeFigureOut">
              <a:rPr lang="en-US" smtClean="0"/>
              <a:t>6/12/26</a:t>
            </a:fld>
            <a:endParaRPr lang="en-US"/>
          </a:p>
        </p:txBody>
      </p:sp>
      <p:sp>
        <p:nvSpPr>
          <p:cNvPr id="5" name="Footer Placeholder 4">
            <a:extLst>
              <a:ext uri="{FF2B5EF4-FFF2-40B4-BE49-F238E27FC236}">
                <a16:creationId xmlns:a16="http://schemas.microsoft.com/office/drawing/2014/main" id="{49EC9ADB-BA3F-963F-6526-9806189051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608830-2212-9033-D06C-F4410DB65B57}"/>
              </a:ext>
            </a:extLst>
          </p:cNvPr>
          <p:cNvSpPr>
            <a:spLocks noGrp="1"/>
          </p:cNvSpPr>
          <p:nvPr>
            <p:ph type="sldNum" sz="quarter" idx="12"/>
          </p:nvPr>
        </p:nvSpPr>
        <p:spPr/>
        <p:txBody>
          <a:bodyPr/>
          <a:lstStyle/>
          <a:p>
            <a:fld id="{9D9C9874-A51A-CE48-A0ED-A4F60AF1DE36}" type="slidenum">
              <a:rPr lang="en-US" smtClean="0"/>
              <a:t>‹#›</a:t>
            </a:fld>
            <a:endParaRPr lang="en-US"/>
          </a:p>
        </p:txBody>
      </p:sp>
    </p:spTree>
    <p:extLst>
      <p:ext uri="{BB962C8B-B14F-4D97-AF65-F5344CB8AC3E}">
        <p14:creationId xmlns:p14="http://schemas.microsoft.com/office/powerpoint/2010/main" val="4248588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86960-7F47-A1B3-01F5-7672404C719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56B8DDB-1ECC-CB4D-ECA1-6737258368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0D61CBD-FF42-0CD9-0152-9F8FAEC84DA5}"/>
              </a:ext>
            </a:extLst>
          </p:cNvPr>
          <p:cNvSpPr>
            <a:spLocks noGrp="1"/>
          </p:cNvSpPr>
          <p:nvPr>
            <p:ph type="dt" sz="half" idx="10"/>
          </p:nvPr>
        </p:nvSpPr>
        <p:spPr/>
        <p:txBody>
          <a:bodyPr/>
          <a:lstStyle/>
          <a:p>
            <a:fld id="{7B76E21D-0D87-CB49-A5DC-0326F406B490}" type="datetimeFigureOut">
              <a:rPr lang="en-US" smtClean="0"/>
              <a:t>6/12/26</a:t>
            </a:fld>
            <a:endParaRPr lang="en-US"/>
          </a:p>
        </p:txBody>
      </p:sp>
      <p:sp>
        <p:nvSpPr>
          <p:cNvPr id="5" name="Footer Placeholder 4">
            <a:extLst>
              <a:ext uri="{FF2B5EF4-FFF2-40B4-BE49-F238E27FC236}">
                <a16:creationId xmlns:a16="http://schemas.microsoft.com/office/drawing/2014/main" id="{4420C121-2D3C-D445-D1F0-63B29CBB36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291B2C-AE7F-3EC5-815A-E94D4A70FAAA}"/>
              </a:ext>
            </a:extLst>
          </p:cNvPr>
          <p:cNvSpPr>
            <a:spLocks noGrp="1"/>
          </p:cNvSpPr>
          <p:nvPr>
            <p:ph type="sldNum" sz="quarter" idx="12"/>
          </p:nvPr>
        </p:nvSpPr>
        <p:spPr/>
        <p:txBody>
          <a:bodyPr/>
          <a:lstStyle/>
          <a:p>
            <a:fld id="{9D9C9874-A51A-CE48-A0ED-A4F60AF1DE36}" type="slidenum">
              <a:rPr lang="en-US" smtClean="0"/>
              <a:t>‹#›</a:t>
            </a:fld>
            <a:endParaRPr lang="en-US"/>
          </a:p>
        </p:txBody>
      </p:sp>
    </p:spTree>
    <p:extLst>
      <p:ext uri="{BB962C8B-B14F-4D97-AF65-F5344CB8AC3E}">
        <p14:creationId xmlns:p14="http://schemas.microsoft.com/office/powerpoint/2010/main" val="2562716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D4528-7637-CBD5-4F3D-4D035AA1A2E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75317B0-E649-7AC0-98D9-2106BD8A37A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CA01632-3AFE-783A-D4D1-F91513F8984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4FF9E9B-021F-5E4D-9143-885AFBAD3319}"/>
              </a:ext>
            </a:extLst>
          </p:cNvPr>
          <p:cNvSpPr>
            <a:spLocks noGrp="1"/>
          </p:cNvSpPr>
          <p:nvPr>
            <p:ph type="dt" sz="half" idx="10"/>
          </p:nvPr>
        </p:nvSpPr>
        <p:spPr/>
        <p:txBody>
          <a:bodyPr/>
          <a:lstStyle/>
          <a:p>
            <a:fld id="{7B76E21D-0D87-CB49-A5DC-0326F406B490}" type="datetimeFigureOut">
              <a:rPr lang="en-US" smtClean="0"/>
              <a:t>6/12/26</a:t>
            </a:fld>
            <a:endParaRPr lang="en-US"/>
          </a:p>
        </p:txBody>
      </p:sp>
      <p:sp>
        <p:nvSpPr>
          <p:cNvPr id="6" name="Footer Placeholder 5">
            <a:extLst>
              <a:ext uri="{FF2B5EF4-FFF2-40B4-BE49-F238E27FC236}">
                <a16:creationId xmlns:a16="http://schemas.microsoft.com/office/drawing/2014/main" id="{212BADDE-CDF0-71CE-C9A6-B49BFB0C36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0AA4AF-9169-5C03-D50E-2AAAA5F97345}"/>
              </a:ext>
            </a:extLst>
          </p:cNvPr>
          <p:cNvSpPr>
            <a:spLocks noGrp="1"/>
          </p:cNvSpPr>
          <p:nvPr>
            <p:ph type="sldNum" sz="quarter" idx="12"/>
          </p:nvPr>
        </p:nvSpPr>
        <p:spPr/>
        <p:txBody>
          <a:bodyPr/>
          <a:lstStyle/>
          <a:p>
            <a:fld id="{9D9C9874-A51A-CE48-A0ED-A4F60AF1DE36}" type="slidenum">
              <a:rPr lang="en-US" smtClean="0"/>
              <a:t>‹#›</a:t>
            </a:fld>
            <a:endParaRPr lang="en-US"/>
          </a:p>
        </p:txBody>
      </p:sp>
    </p:spTree>
    <p:extLst>
      <p:ext uri="{BB962C8B-B14F-4D97-AF65-F5344CB8AC3E}">
        <p14:creationId xmlns:p14="http://schemas.microsoft.com/office/powerpoint/2010/main" val="2306130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A4969-F811-C7A2-3BD9-A2B929373A8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D239330-2953-AB7A-5965-FC9B925E6D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1956049-6D57-2860-A107-DF0B7E79392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9F70C2D-AB41-19B7-CBFD-117218C9E1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CFD53F9-3685-706F-D528-7ED137299A9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B47ECBA-C9A6-CBF5-26FD-15CA4013F319}"/>
              </a:ext>
            </a:extLst>
          </p:cNvPr>
          <p:cNvSpPr>
            <a:spLocks noGrp="1"/>
          </p:cNvSpPr>
          <p:nvPr>
            <p:ph type="dt" sz="half" idx="10"/>
          </p:nvPr>
        </p:nvSpPr>
        <p:spPr/>
        <p:txBody>
          <a:bodyPr/>
          <a:lstStyle/>
          <a:p>
            <a:fld id="{7B76E21D-0D87-CB49-A5DC-0326F406B490}" type="datetimeFigureOut">
              <a:rPr lang="en-US" smtClean="0"/>
              <a:t>6/12/26</a:t>
            </a:fld>
            <a:endParaRPr lang="en-US"/>
          </a:p>
        </p:txBody>
      </p:sp>
      <p:sp>
        <p:nvSpPr>
          <p:cNvPr id="8" name="Footer Placeholder 7">
            <a:extLst>
              <a:ext uri="{FF2B5EF4-FFF2-40B4-BE49-F238E27FC236}">
                <a16:creationId xmlns:a16="http://schemas.microsoft.com/office/drawing/2014/main" id="{E1C8E3D3-23B8-C1BC-3844-4E3D4047A8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28D53C-5FEC-ED98-A817-CF091A04D14C}"/>
              </a:ext>
            </a:extLst>
          </p:cNvPr>
          <p:cNvSpPr>
            <a:spLocks noGrp="1"/>
          </p:cNvSpPr>
          <p:nvPr>
            <p:ph type="sldNum" sz="quarter" idx="12"/>
          </p:nvPr>
        </p:nvSpPr>
        <p:spPr/>
        <p:txBody>
          <a:bodyPr/>
          <a:lstStyle/>
          <a:p>
            <a:fld id="{9D9C9874-A51A-CE48-A0ED-A4F60AF1DE36}" type="slidenum">
              <a:rPr lang="en-US" smtClean="0"/>
              <a:t>‹#›</a:t>
            </a:fld>
            <a:endParaRPr lang="en-US"/>
          </a:p>
        </p:txBody>
      </p:sp>
    </p:spTree>
    <p:extLst>
      <p:ext uri="{BB962C8B-B14F-4D97-AF65-F5344CB8AC3E}">
        <p14:creationId xmlns:p14="http://schemas.microsoft.com/office/powerpoint/2010/main" val="1256707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0E6B9-5990-8EB0-A342-A69D558DCF3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3E7073C-49ED-4310-8258-BC50A9BBB460}"/>
              </a:ext>
            </a:extLst>
          </p:cNvPr>
          <p:cNvSpPr>
            <a:spLocks noGrp="1"/>
          </p:cNvSpPr>
          <p:nvPr>
            <p:ph type="dt" sz="half" idx="10"/>
          </p:nvPr>
        </p:nvSpPr>
        <p:spPr/>
        <p:txBody>
          <a:bodyPr/>
          <a:lstStyle/>
          <a:p>
            <a:fld id="{7B76E21D-0D87-CB49-A5DC-0326F406B490}" type="datetimeFigureOut">
              <a:rPr lang="en-US" smtClean="0"/>
              <a:t>6/12/26</a:t>
            </a:fld>
            <a:endParaRPr lang="en-US"/>
          </a:p>
        </p:txBody>
      </p:sp>
      <p:sp>
        <p:nvSpPr>
          <p:cNvPr id="4" name="Footer Placeholder 3">
            <a:extLst>
              <a:ext uri="{FF2B5EF4-FFF2-40B4-BE49-F238E27FC236}">
                <a16:creationId xmlns:a16="http://schemas.microsoft.com/office/drawing/2014/main" id="{C1FC31F8-870B-646D-9C01-3C5AA98536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0EC21F-EF99-A273-D732-118B83ED0CA2}"/>
              </a:ext>
            </a:extLst>
          </p:cNvPr>
          <p:cNvSpPr>
            <a:spLocks noGrp="1"/>
          </p:cNvSpPr>
          <p:nvPr>
            <p:ph type="sldNum" sz="quarter" idx="12"/>
          </p:nvPr>
        </p:nvSpPr>
        <p:spPr/>
        <p:txBody>
          <a:bodyPr/>
          <a:lstStyle/>
          <a:p>
            <a:fld id="{9D9C9874-A51A-CE48-A0ED-A4F60AF1DE36}" type="slidenum">
              <a:rPr lang="en-US" smtClean="0"/>
              <a:t>‹#›</a:t>
            </a:fld>
            <a:endParaRPr lang="en-US"/>
          </a:p>
        </p:txBody>
      </p:sp>
    </p:spTree>
    <p:extLst>
      <p:ext uri="{BB962C8B-B14F-4D97-AF65-F5344CB8AC3E}">
        <p14:creationId xmlns:p14="http://schemas.microsoft.com/office/powerpoint/2010/main" val="2272769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1D805B-8DB4-EA0F-86F1-2150104D3418}"/>
              </a:ext>
            </a:extLst>
          </p:cNvPr>
          <p:cNvSpPr>
            <a:spLocks noGrp="1"/>
          </p:cNvSpPr>
          <p:nvPr>
            <p:ph type="dt" sz="half" idx="10"/>
          </p:nvPr>
        </p:nvSpPr>
        <p:spPr/>
        <p:txBody>
          <a:bodyPr/>
          <a:lstStyle/>
          <a:p>
            <a:fld id="{7B76E21D-0D87-CB49-A5DC-0326F406B490}" type="datetimeFigureOut">
              <a:rPr lang="en-US" smtClean="0"/>
              <a:t>6/12/26</a:t>
            </a:fld>
            <a:endParaRPr lang="en-US"/>
          </a:p>
        </p:txBody>
      </p:sp>
      <p:sp>
        <p:nvSpPr>
          <p:cNvPr id="3" name="Footer Placeholder 2">
            <a:extLst>
              <a:ext uri="{FF2B5EF4-FFF2-40B4-BE49-F238E27FC236}">
                <a16:creationId xmlns:a16="http://schemas.microsoft.com/office/drawing/2014/main" id="{0FC28DBB-647D-AE11-6C05-837DEE1F21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8DD675-B7EF-3719-0B7F-E61022C34287}"/>
              </a:ext>
            </a:extLst>
          </p:cNvPr>
          <p:cNvSpPr>
            <a:spLocks noGrp="1"/>
          </p:cNvSpPr>
          <p:nvPr>
            <p:ph type="sldNum" sz="quarter" idx="12"/>
          </p:nvPr>
        </p:nvSpPr>
        <p:spPr/>
        <p:txBody>
          <a:bodyPr/>
          <a:lstStyle/>
          <a:p>
            <a:fld id="{9D9C9874-A51A-CE48-A0ED-A4F60AF1DE36}" type="slidenum">
              <a:rPr lang="en-US" smtClean="0"/>
              <a:t>‹#›</a:t>
            </a:fld>
            <a:endParaRPr lang="en-US"/>
          </a:p>
        </p:txBody>
      </p:sp>
    </p:spTree>
    <p:extLst>
      <p:ext uri="{BB962C8B-B14F-4D97-AF65-F5344CB8AC3E}">
        <p14:creationId xmlns:p14="http://schemas.microsoft.com/office/powerpoint/2010/main" val="1699509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29322-E9A3-F5BA-213D-DB89B554818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C278927-BA1C-E8DA-75BE-470C5D75B0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C75DC18-E6FC-654F-C339-257EFEA21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2D873E8-9CF4-C014-E109-A59DCB1D4F31}"/>
              </a:ext>
            </a:extLst>
          </p:cNvPr>
          <p:cNvSpPr>
            <a:spLocks noGrp="1"/>
          </p:cNvSpPr>
          <p:nvPr>
            <p:ph type="dt" sz="half" idx="10"/>
          </p:nvPr>
        </p:nvSpPr>
        <p:spPr/>
        <p:txBody>
          <a:bodyPr/>
          <a:lstStyle/>
          <a:p>
            <a:fld id="{7B76E21D-0D87-CB49-A5DC-0326F406B490}" type="datetimeFigureOut">
              <a:rPr lang="en-US" smtClean="0"/>
              <a:t>6/12/26</a:t>
            </a:fld>
            <a:endParaRPr lang="en-US"/>
          </a:p>
        </p:txBody>
      </p:sp>
      <p:sp>
        <p:nvSpPr>
          <p:cNvPr id="6" name="Footer Placeholder 5">
            <a:extLst>
              <a:ext uri="{FF2B5EF4-FFF2-40B4-BE49-F238E27FC236}">
                <a16:creationId xmlns:a16="http://schemas.microsoft.com/office/drawing/2014/main" id="{34DFC199-85B7-E6AF-C470-3AFB527626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D90EF7-45FB-4D4E-EBED-A0ACA63640AA}"/>
              </a:ext>
            </a:extLst>
          </p:cNvPr>
          <p:cNvSpPr>
            <a:spLocks noGrp="1"/>
          </p:cNvSpPr>
          <p:nvPr>
            <p:ph type="sldNum" sz="quarter" idx="12"/>
          </p:nvPr>
        </p:nvSpPr>
        <p:spPr/>
        <p:txBody>
          <a:bodyPr/>
          <a:lstStyle/>
          <a:p>
            <a:fld id="{9D9C9874-A51A-CE48-A0ED-A4F60AF1DE36}" type="slidenum">
              <a:rPr lang="en-US" smtClean="0"/>
              <a:t>‹#›</a:t>
            </a:fld>
            <a:endParaRPr lang="en-US"/>
          </a:p>
        </p:txBody>
      </p:sp>
    </p:spTree>
    <p:extLst>
      <p:ext uri="{BB962C8B-B14F-4D97-AF65-F5344CB8AC3E}">
        <p14:creationId xmlns:p14="http://schemas.microsoft.com/office/powerpoint/2010/main" val="3584831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EE177-EF70-50A9-DAFA-733F41BB7A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26C22D2-1507-33BA-5799-FB038FDA70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D27317-9A69-BAF2-E05C-5A6BE14AF2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A4FB49B-FC25-6C4C-1222-EDAAF98D627A}"/>
              </a:ext>
            </a:extLst>
          </p:cNvPr>
          <p:cNvSpPr>
            <a:spLocks noGrp="1"/>
          </p:cNvSpPr>
          <p:nvPr>
            <p:ph type="dt" sz="half" idx="10"/>
          </p:nvPr>
        </p:nvSpPr>
        <p:spPr/>
        <p:txBody>
          <a:bodyPr/>
          <a:lstStyle/>
          <a:p>
            <a:fld id="{7B76E21D-0D87-CB49-A5DC-0326F406B490}" type="datetimeFigureOut">
              <a:rPr lang="en-US" smtClean="0"/>
              <a:t>6/12/26</a:t>
            </a:fld>
            <a:endParaRPr lang="en-US"/>
          </a:p>
        </p:txBody>
      </p:sp>
      <p:sp>
        <p:nvSpPr>
          <p:cNvPr id="6" name="Footer Placeholder 5">
            <a:extLst>
              <a:ext uri="{FF2B5EF4-FFF2-40B4-BE49-F238E27FC236}">
                <a16:creationId xmlns:a16="http://schemas.microsoft.com/office/drawing/2014/main" id="{EA23CB9C-BB1E-97BB-0556-165D24F8AA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842B78-CE22-B1E4-870E-2AB213BCEE5B}"/>
              </a:ext>
            </a:extLst>
          </p:cNvPr>
          <p:cNvSpPr>
            <a:spLocks noGrp="1"/>
          </p:cNvSpPr>
          <p:nvPr>
            <p:ph type="sldNum" sz="quarter" idx="12"/>
          </p:nvPr>
        </p:nvSpPr>
        <p:spPr/>
        <p:txBody>
          <a:bodyPr/>
          <a:lstStyle/>
          <a:p>
            <a:fld id="{9D9C9874-A51A-CE48-A0ED-A4F60AF1DE36}" type="slidenum">
              <a:rPr lang="en-US" smtClean="0"/>
              <a:t>‹#›</a:t>
            </a:fld>
            <a:endParaRPr lang="en-US"/>
          </a:p>
        </p:txBody>
      </p:sp>
    </p:spTree>
    <p:extLst>
      <p:ext uri="{BB962C8B-B14F-4D97-AF65-F5344CB8AC3E}">
        <p14:creationId xmlns:p14="http://schemas.microsoft.com/office/powerpoint/2010/main" val="1548716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A551E-F34A-8F99-943E-F3B1048E765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8D268AD-D08C-7FDB-795E-F020F5B14E2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BEF4ADD-A3A4-163F-451D-CA7E0DB2C0D5}"/>
              </a:ext>
            </a:extLst>
          </p:cNvPr>
          <p:cNvSpPr>
            <a:spLocks noGrp="1"/>
          </p:cNvSpPr>
          <p:nvPr>
            <p:ph type="dt" sz="half" idx="10"/>
          </p:nvPr>
        </p:nvSpPr>
        <p:spPr/>
        <p:txBody>
          <a:bodyPr/>
          <a:lstStyle/>
          <a:p>
            <a:fld id="{7B76E21D-0D87-CB49-A5DC-0326F406B490}" type="datetimeFigureOut">
              <a:rPr lang="en-US" smtClean="0"/>
              <a:t>6/12/26</a:t>
            </a:fld>
            <a:endParaRPr lang="en-US"/>
          </a:p>
        </p:txBody>
      </p:sp>
      <p:sp>
        <p:nvSpPr>
          <p:cNvPr id="5" name="Footer Placeholder 4">
            <a:extLst>
              <a:ext uri="{FF2B5EF4-FFF2-40B4-BE49-F238E27FC236}">
                <a16:creationId xmlns:a16="http://schemas.microsoft.com/office/drawing/2014/main" id="{76803D17-284D-0B7A-74C2-54F5476FD3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D939C4-8C2C-1280-557E-132AD4EC28EF}"/>
              </a:ext>
            </a:extLst>
          </p:cNvPr>
          <p:cNvSpPr>
            <a:spLocks noGrp="1"/>
          </p:cNvSpPr>
          <p:nvPr>
            <p:ph type="sldNum" sz="quarter" idx="12"/>
          </p:nvPr>
        </p:nvSpPr>
        <p:spPr/>
        <p:txBody>
          <a:bodyPr/>
          <a:lstStyle/>
          <a:p>
            <a:fld id="{9D9C9874-A51A-CE48-A0ED-A4F60AF1DE36}" type="slidenum">
              <a:rPr lang="en-US" smtClean="0"/>
              <a:t>‹#›</a:t>
            </a:fld>
            <a:endParaRPr lang="en-US"/>
          </a:p>
        </p:txBody>
      </p:sp>
    </p:spTree>
    <p:extLst>
      <p:ext uri="{BB962C8B-B14F-4D97-AF65-F5344CB8AC3E}">
        <p14:creationId xmlns:p14="http://schemas.microsoft.com/office/powerpoint/2010/main" val="3709674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982B6C-6A86-5C4D-E4A0-E8A87AE21FA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6A7B291-548B-78A9-5C42-C7F600794DF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98D3731-38BD-0BA6-7914-55B737734727}"/>
              </a:ext>
            </a:extLst>
          </p:cNvPr>
          <p:cNvSpPr>
            <a:spLocks noGrp="1"/>
          </p:cNvSpPr>
          <p:nvPr>
            <p:ph type="dt" sz="half" idx="10"/>
          </p:nvPr>
        </p:nvSpPr>
        <p:spPr/>
        <p:txBody>
          <a:bodyPr/>
          <a:lstStyle/>
          <a:p>
            <a:fld id="{7B76E21D-0D87-CB49-A5DC-0326F406B490}" type="datetimeFigureOut">
              <a:rPr lang="en-US" smtClean="0"/>
              <a:t>6/12/26</a:t>
            </a:fld>
            <a:endParaRPr lang="en-US"/>
          </a:p>
        </p:txBody>
      </p:sp>
      <p:sp>
        <p:nvSpPr>
          <p:cNvPr id="5" name="Footer Placeholder 4">
            <a:extLst>
              <a:ext uri="{FF2B5EF4-FFF2-40B4-BE49-F238E27FC236}">
                <a16:creationId xmlns:a16="http://schemas.microsoft.com/office/drawing/2014/main" id="{FD1BC6FA-2CBC-D688-E2CC-62280D6A07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D2D9CC-6421-C231-52D3-ED7B63E2B879}"/>
              </a:ext>
            </a:extLst>
          </p:cNvPr>
          <p:cNvSpPr>
            <a:spLocks noGrp="1"/>
          </p:cNvSpPr>
          <p:nvPr>
            <p:ph type="sldNum" sz="quarter" idx="12"/>
          </p:nvPr>
        </p:nvSpPr>
        <p:spPr/>
        <p:txBody>
          <a:bodyPr/>
          <a:lstStyle/>
          <a:p>
            <a:fld id="{9D9C9874-A51A-CE48-A0ED-A4F60AF1DE36}" type="slidenum">
              <a:rPr lang="en-US" smtClean="0"/>
              <a:t>‹#›</a:t>
            </a:fld>
            <a:endParaRPr lang="en-US"/>
          </a:p>
        </p:txBody>
      </p:sp>
    </p:spTree>
    <p:extLst>
      <p:ext uri="{BB962C8B-B14F-4D97-AF65-F5344CB8AC3E}">
        <p14:creationId xmlns:p14="http://schemas.microsoft.com/office/powerpoint/2010/main" val="2110523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71F700-9CC5-3C6C-9690-DA64FEB31FF1}"/>
              </a:ext>
            </a:extLst>
          </p:cNvPr>
          <p:cNvSpPr/>
          <p:nvPr userDrawn="1"/>
        </p:nvSpPr>
        <p:spPr>
          <a:xfrm>
            <a:off x="-1372" y="-1"/>
            <a:ext cx="12193372" cy="6858001"/>
          </a:xfrm>
          <a:prstGeom prst="rect">
            <a:avLst/>
          </a:prstGeom>
          <a:solidFill>
            <a:srgbClr val="8C15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35" dirty="0">
              <a:latin typeface="Source Sans Pro" panose="020B0503030403020204" pitchFamily="34" charset="0"/>
              <a:ea typeface="Source Sans Pro" panose="020B0503030403020204" pitchFamily="34" charset="0"/>
            </a:endParaRPr>
          </a:p>
        </p:txBody>
      </p:sp>
      <p:sp>
        <p:nvSpPr>
          <p:cNvPr id="2" name="Title 1">
            <a:extLst>
              <a:ext uri="{FF2B5EF4-FFF2-40B4-BE49-F238E27FC236}">
                <a16:creationId xmlns:a16="http://schemas.microsoft.com/office/drawing/2014/main" id="{ECE98DC0-21FF-5E39-382F-9F11F27207F5}"/>
              </a:ext>
            </a:extLst>
          </p:cNvPr>
          <p:cNvSpPr>
            <a:spLocks noGrp="1"/>
          </p:cNvSpPr>
          <p:nvPr>
            <p:ph type="title"/>
          </p:nvPr>
        </p:nvSpPr>
        <p:spPr>
          <a:xfrm>
            <a:off x="837514" y="2766217"/>
            <a:ext cx="10515600" cy="1325563"/>
          </a:xfrm>
        </p:spPr>
        <p:txBody>
          <a:bodyPr/>
          <a:lstStyle>
            <a:lvl1pPr>
              <a:defRPr sz="10000">
                <a:solidFill>
                  <a:schemeClr val="bg1"/>
                </a:solidFill>
              </a:defRPr>
            </a:lvl1pPr>
          </a:lstStyle>
          <a:p>
            <a:r>
              <a:rPr lang="en-GB" dirty="0"/>
              <a:t>Click to edit Master title style</a:t>
            </a:r>
            <a:endParaRPr lang="en-US" dirty="0"/>
          </a:p>
        </p:txBody>
      </p:sp>
    </p:spTree>
    <p:extLst>
      <p:ext uri="{BB962C8B-B14F-4D97-AF65-F5344CB8AC3E}">
        <p14:creationId xmlns:p14="http://schemas.microsoft.com/office/powerpoint/2010/main" val="23293790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71F700-9CC5-3C6C-9690-DA64FEB31FF1}"/>
              </a:ext>
            </a:extLst>
          </p:cNvPr>
          <p:cNvSpPr/>
          <p:nvPr userDrawn="1"/>
        </p:nvSpPr>
        <p:spPr>
          <a:xfrm>
            <a:off x="-1372" y="-1"/>
            <a:ext cx="12193372" cy="6858001"/>
          </a:xfrm>
          <a:prstGeom prst="rect">
            <a:avLst/>
          </a:prstGeom>
          <a:solidFill>
            <a:srgbClr val="FBFB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35" dirty="0">
              <a:latin typeface="Source Sans Pro" panose="020B0503030403020204" pitchFamily="34" charset="0"/>
              <a:ea typeface="Source Sans Pro" panose="020B0503030403020204" pitchFamily="34" charset="0"/>
            </a:endParaRPr>
          </a:p>
        </p:txBody>
      </p:sp>
      <p:cxnSp>
        <p:nvCxnSpPr>
          <p:cNvPr id="3" name="Straight Connector 2">
            <a:extLst>
              <a:ext uri="{FF2B5EF4-FFF2-40B4-BE49-F238E27FC236}">
                <a16:creationId xmlns:a16="http://schemas.microsoft.com/office/drawing/2014/main" id="{32951924-BB2F-973F-6DEC-F13821D73E0A}"/>
              </a:ext>
            </a:extLst>
          </p:cNvPr>
          <p:cNvCxnSpPr>
            <a:cxnSpLocks/>
          </p:cNvCxnSpPr>
          <p:nvPr userDrawn="1"/>
        </p:nvCxnSpPr>
        <p:spPr>
          <a:xfrm>
            <a:off x="191344" y="6381328"/>
            <a:ext cx="11665296" cy="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1B9E9B00-2B02-CDB3-C6C1-362764211ECC}"/>
              </a:ext>
            </a:extLst>
          </p:cNvPr>
          <p:cNvSpPr txBox="1"/>
          <p:nvPr userDrawn="1"/>
        </p:nvSpPr>
        <p:spPr>
          <a:xfrm>
            <a:off x="11549590" y="6453336"/>
            <a:ext cx="576064" cy="276999"/>
          </a:xfrm>
          <a:prstGeom prst="rect">
            <a:avLst/>
          </a:prstGeom>
          <a:noFill/>
        </p:spPr>
        <p:txBody>
          <a:bodyPr wrap="square" rtlCol="0">
            <a:spAutoFit/>
          </a:bodyPr>
          <a:lstStyle/>
          <a:p>
            <a:fld id="{3D1A1887-4DC9-A245-9C8E-850C7F574464}" type="slidenum">
              <a:rPr lang="en-US" sz="1200" b="0" i="0" smtClean="0">
                <a:solidFill>
                  <a:schemeClr val="bg1">
                    <a:lumMod val="50000"/>
                  </a:schemeClr>
                </a:solidFill>
                <a:latin typeface="Consolas" panose="020B0609020204030204" pitchFamily="49" charset="0"/>
                <a:cs typeface="Consolas" panose="020B0609020204030204" pitchFamily="49" charset="0"/>
              </a:rPr>
              <a:t>‹#›</a:t>
            </a:fld>
            <a:endParaRPr lang="en-US" sz="1200" b="0" i="0" dirty="0">
              <a:solidFill>
                <a:schemeClr val="bg1">
                  <a:lumMod val="50000"/>
                </a:schemeClr>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951047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71F700-9CC5-3C6C-9690-DA64FEB31FF1}"/>
              </a:ext>
            </a:extLst>
          </p:cNvPr>
          <p:cNvSpPr/>
          <p:nvPr userDrawn="1"/>
        </p:nvSpPr>
        <p:spPr>
          <a:xfrm>
            <a:off x="-1372" y="-1"/>
            <a:ext cx="12193372" cy="6858001"/>
          </a:xfrm>
          <a:prstGeom prst="rect">
            <a:avLst/>
          </a:prstGeom>
          <a:solidFill>
            <a:srgbClr val="8C15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35" dirty="0">
              <a:latin typeface="Source Sans Pro" panose="020B0503030403020204" pitchFamily="34" charset="0"/>
              <a:ea typeface="Source Sans Pro" panose="020B0503030403020204" pitchFamily="34" charset="0"/>
            </a:endParaRPr>
          </a:p>
        </p:txBody>
      </p:sp>
      <p:sp>
        <p:nvSpPr>
          <p:cNvPr id="2" name="Title 1">
            <a:extLst>
              <a:ext uri="{FF2B5EF4-FFF2-40B4-BE49-F238E27FC236}">
                <a16:creationId xmlns:a16="http://schemas.microsoft.com/office/drawing/2014/main" id="{ECE98DC0-21FF-5E39-382F-9F11F27207F5}"/>
              </a:ext>
            </a:extLst>
          </p:cNvPr>
          <p:cNvSpPr>
            <a:spLocks noGrp="1"/>
          </p:cNvSpPr>
          <p:nvPr>
            <p:ph type="title"/>
          </p:nvPr>
        </p:nvSpPr>
        <p:spPr>
          <a:xfrm>
            <a:off x="191344" y="244911"/>
            <a:ext cx="5112568" cy="447785"/>
          </a:xfrm>
          <a:solidFill>
            <a:schemeClr val="bg1"/>
          </a:solidFill>
        </p:spPr>
        <p:txBody>
          <a:bodyPr wrap="none">
            <a:noAutofit/>
          </a:bodyPr>
          <a:lstStyle>
            <a:lvl1pPr>
              <a:defRPr sz="3200">
                <a:solidFill>
                  <a:srgbClr val="8C1514"/>
                </a:solidFill>
              </a:defRPr>
            </a:lvl1pPr>
          </a:lstStyle>
          <a:p>
            <a:r>
              <a:rPr lang="en-GB" dirty="0"/>
              <a:t>Click to edit Master title style</a:t>
            </a:r>
            <a:endParaRPr lang="en-US" dirty="0"/>
          </a:p>
        </p:txBody>
      </p:sp>
    </p:spTree>
    <p:extLst>
      <p:ext uri="{BB962C8B-B14F-4D97-AF65-F5344CB8AC3E}">
        <p14:creationId xmlns:p14="http://schemas.microsoft.com/office/powerpoint/2010/main" val="27254095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14479-39D4-1A8C-997C-9410973EFBD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34B1434-B74A-88F4-4748-3D14A01F90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7B8DB8F-743E-DE0D-1512-C1D351827DF8}"/>
              </a:ext>
            </a:extLst>
          </p:cNvPr>
          <p:cNvSpPr>
            <a:spLocks noGrp="1"/>
          </p:cNvSpPr>
          <p:nvPr>
            <p:ph type="dt" sz="half" idx="10"/>
          </p:nvPr>
        </p:nvSpPr>
        <p:spPr/>
        <p:txBody>
          <a:bodyPr/>
          <a:lstStyle/>
          <a:p>
            <a:fld id="{F7CC9D2C-C050-484F-91DC-48E7EFFCD974}" type="datetimeFigureOut">
              <a:rPr lang="en-US" smtClean="0"/>
              <a:t>6/12/26</a:t>
            </a:fld>
            <a:endParaRPr lang="en-US"/>
          </a:p>
        </p:txBody>
      </p:sp>
      <p:sp>
        <p:nvSpPr>
          <p:cNvPr id="5" name="Footer Placeholder 4">
            <a:extLst>
              <a:ext uri="{FF2B5EF4-FFF2-40B4-BE49-F238E27FC236}">
                <a16:creationId xmlns:a16="http://schemas.microsoft.com/office/drawing/2014/main" id="{E3FA7EE1-7D2B-CC54-2446-409C768B38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D91F26-4BC1-5EE2-B58C-E08F06DE8B88}"/>
              </a:ext>
            </a:extLst>
          </p:cNvPr>
          <p:cNvSpPr>
            <a:spLocks noGrp="1"/>
          </p:cNvSpPr>
          <p:nvPr>
            <p:ph type="sldNum" sz="quarter" idx="12"/>
          </p:nvPr>
        </p:nvSpPr>
        <p:spPr/>
        <p:txBody>
          <a:bodyPr/>
          <a:lstStyle/>
          <a:p>
            <a:fld id="{1D920021-EEE2-FC44-B075-F21924757B84}" type="slidenum">
              <a:rPr lang="en-US" smtClean="0"/>
              <a:t>‹#›</a:t>
            </a:fld>
            <a:endParaRPr lang="en-US"/>
          </a:p>
        </p:txBody>
      </p:sp>
    </p:spTree>
    <p:extLst>
      <p:ext uri="{BB962C8B-B14F-4D97-AF65-F5344CB8AC3E}">
        <p14:creationId xmlns:p14="http://schemas.microsoft.com/office/powerpoint/2010/main" val="39799180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10DFB-CF6F-07DF-0F84-1F6AB1F1DED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63FC2B6-5ACC-DECE-0BC3-7BCE3ABBEE7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D6D7D28-A773-A8FF-EA72-B6819E518D99}"/>
              </a:ext>
            </a:extLst>
          </p:cNvPr>
          <p:cNvSpPr>
            <a:spLocks noGrp="1"/>
          </p:cNvSpPr>
          <p:nvPr>
            <p:ph type="dt" sz="half" idx="10"/>
          </p:nvPr>
        </p:nvSpPr>
        <p:spPr/>
        <p:txBody>
          <a:bodyPr/>
          <a:lstStyle/>
          <a:p>
            <a:fld id="{F7CC9D2C-C050-484F-91DC-48E7EFFCD974}" type="datetimeFigureOut">
              <a:rPr lang="en-US" smtClean="0"/>
              <a:t>6/12/26</a:t>
            </a:fld>
            <a:endParaRPr lang="en-US"/>
          </a:p>
        </p:txBody>
      </p:sp>
      <p:sp>
        <p:nvSpPr>
          <p:cNvPr id="5" name="Footer Placeholder 4">
            <a:extLst>
              <a:ext uri="{FF2B5EF4-FFF2-40B4-BE49-F238E27FC236}">
                <a16:creationId xmlns:a16="http://schemas.microsoft.com/office/drawing/2014/main" id="{4BF63D49-7693-CA12-AE91-9525566E9B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91C3AB-E853-3167-D028-115528CCD23F}"/>
              </a:ext>
            </a:extLst>
          </p:cNvPr>
          <p:cNvSpPr>
            <a:spLocks noGrp="1"/>
          </p:cNvSpPr>
          <p:nvPr>
            <p:ph type="sldNum" sz="quarter" idx="12"/>
          </p:nvPr>
        </p:nvSpPr>
        <p:spPr/>
        <p:txBody>
          <a:bodyPr/>
          <a:lstStyle/>
          <a:p>
            <a:fld id="{1D920021-EEE2-FC44-B075-F21924757B84}" type="slidenum">
              <a:rPr lang="en-US" smtClean="0"/>
              <a:t>‹#›</a:t>
            </a:fld>
            <a:endParaRPr lang="en-US"/>
          </a:p>
        </p:txBody>
      </p:sp>
    </p:spTree>
    <p:extLst>
      <p:ext uri="{BB962C8B-B14F-4D97-AF65-F5344CB8AC3E}">
        <p14:creationId xmlns:p14="http://schemas.microsoft.com/office/powerpoint/2010/main" val="6498101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C30D0-3A59-EE7E-4B96-7FDC27E78A3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C1883F0-4C2A-28BD-4090-0B9B9613EA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47295B4-E359-D6D1-2BCD-881A19F9EAA0}"/>
              </a:ext>
            </a:extLst>
          </p:cNvPr>
          <p:cNvSpPr>
            <a:spLocks noGrp="1"/>
          </p:cNvSpPr>
          <p:nvPr>
            <p:ph type="dt" sz="half" idx="10"/>
          </p:nvPr>
        </p:nvSpPr>
        <p:spPr/>
        <p:txBody>
          <a:bodyPr/>
          <a:lstStyle/>
          <a:p>
            <a:fld id="{F7CC9D2C-C050-484F-91DC-48E7EFFCD974}" type="datetimeFigureOut">
              <a:rPr lang="en-US" smtClean="0"/>
              <a:t>6/12/26</a:t>
            </a:fld>
            <a:endParaRPr lang="en-US"/>
          </a:p>
        </p:txBody>
      </p:sp>
      <p:sp>
        <p:nvSpPr>
          <p:cNvPr id="5" name="Footer Placeholder 4">
            <a:extLst>
              <a:ext uri="{FF2B5EF4-FFF2-40B4-BE49-F238E27FC236}">
                <a16:creationId xmlns:a16="http://schemas.microsoft.com/office/drawing/2014/main" id="{7059355F-F18C-48D2-D31E-446ED4AD9F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B08BA7-577C-BFFA-9E80-521355642664}"/>
              </a:ext>
            </a:extLst>
          </p:cNvPr>
          <p:cNvSpPr>
            <a:spLocks noGrp="1"/>
          </p:cNvSpPr>
          <p:nvPr>
            <p:ph type="sldNum" sz="quarter" idx="12"/>
          </p:nvPr>
        </p:nvSpPr>
        <p:spPr/>
        <p:txBody>
          <a:bodyPr/>
          <a:lstStyle/>
          <a:p>
            <a:fld id="{1D920021-EEE2-FC44-B075-F21924757B84}" type="slidenum">
              <a:rPr lang="en-US" smtClean="0"/>
              <a:t>‹#›</a:t>
            </a:fld>
            <a:endParaRPr lang="en-US"/>
          </a:p>
        </p:txBody>
      </p:sp>
    </p:spTree>
    <p:extLst>
      <p:ext uri="{BB962C8B-B14F-4D97-AF65-F5344CB8AC3E}">
        <p14:creationId xmlns:p14="http://schemas.microsoft.com/office/powerpoint/2010/main" val="3670697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5C35D-D282-5F12-3F0A-1BC330F8BDF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5A2F1FF-1002-9E78-8708-B0CCFC4D1E9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F34EEEE-1E51-B4E8-5360-13E28C64305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0F80EBE-7027-D1F4-A5DE-B2090EEB65F0}"/>
              </a:ext>
            </a:extLst>
          </p:cNvPr>
          <p:cNvSpPr>
            <a:spLocks noGrp="1"/>
          </p:cNvSpPr>
          <p:nvPr>
            <p:ph type="dt" sz="half" idx="10"/>
          </p:nvPr>
        </p:nvSpPr>
        <p:spPr/>
        <p:txBody>
          <a:bodyPr/>
          <a:lstStyle/>
          <a:p>
            <a:fld id="{F7CC9D2C-C050-484F-91DC-48E7EFFCD974}" type="datetimeFigureOut">
              <a:rPr lang="en-US" smtClean="0"/>
              <a:t>6/12/26</a:t>
            </a:fld>
            <a:endParaRPr lang="en-US"/>
          </a:p>
        </p:txBody>
      </p:sp>
      <p:sp>
        <p:nvSpPr>
          <p:cNvPr id="6" name="Footer Placeholder 5">
            <a:extLst>
              <a:ext uri="{FF2B5EF4-FFF2-40B4-BE49-F238E27FC236}">
                <a16:creationId xmlns:a16="http://schemas.microsoft.com/office/drawing/2014/main" id="{3A223B94-B44F-52C6-01DB-AB1A8AECA7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85A87D-380B-50C8-5446-31D5C658B588}"/>
              </a:ext>
            </a:extLst>
          </p:cNvPr>
          <p:cNvSpPr>
            <a:spLocks noGrp="1"/>
          </p:cNvSpPr>
          <p:nvPr>
            <p:ph type="sldNum" sz="quarter" idx="12"/>
          </p:nvPr>
        </p:nvSpPr>
        <p:spPr/>
        <p:txBody>
          <a:bodyPr/>
          <a:lstStyle/>
          <a:p>
            <a:fld id="{1D920021-EEE2-FC44-B075-F21924757B84}" type="slidenum">
              <a:rPr lang="en-US" smtClean="0"/>
              <a:t>‹#›</a:t>
            </a:fld>
            <a:endParaRPr lang="en-US"/>
          </a:p>
        </p:txBody>
      </p:sp>
    </p:spTree>
    <p:extLst>
      <p:ext uri="{BB962C8B-B14F-4D97-AF65-F5344CB8AC3E}">
        <p14:creationId xmlns:p14="http://schemas.microsoft.com/office/powerpoint/2010/main" val="34499464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1E418-76BD-8718-345E-FF90E218CA9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2B64921-5F53-B3EB-15E0-6EA2D7A57B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14DA769-AAA2-0980-E04C-3C618D4668F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5758CC7-D8B5-78C6-E8BC-33B2079142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21BFDB4-6643-8AEA-BCD6-358AB390DD6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75DAA08-31CC-F801-D34A-4754DDD7AAEA}"/>
              </a:ext>
            </a:extLst>
          </p:cNvPr>
          <p:cNvSpPr>
            <a:spLocks noGrp="1"/>
          </p:cNvSpPr>
          <p:nvPr>
            <p:ph type="dt" sz="half" idx="10"/>
          </p:nvPr>
        </p:nvSpPr>
        <p:spPr/>
        <p:txBody>
          <a:bodyPr/>
          <a:lstStyle/>
          <a:p>
            <a:fld id="{F7CC9D2C-C050-484F-91DC-48E7EFFCD974}" type="datetimeFigureOut">
              <a:rPr lang="en-US" smtClean="0"/>
              <a:t>6/12/26</a:t>
            </a:fld>
            <a:endParaRPr lang="en-US"/>
          </a:p>
        </p:txBody>
      </p:sp>
      <p:sp>
        <p:nvSpPr>
          <p:cNvPr id="8" name="Footer Placeholder 7">
            <a:extLst>
              <a:ext uri="{FF2B5EF4-FFF2-40B4-BE49-F238E27FC236}">
                <a16:creationId xmlns:a16="http://schemas.microsoft.com/office/drawing/2014/main" id="{7C1E7765-DD8A-758C-7F9C-D0A5B1916A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1E09BF-70F9-9022-5845-F298CB1D6692}"/>
              </a:ext>
            </a:extLst>
          </p:cNvPr>
          <p:cNvSpPr>
            <a:spLocks noGrp="1"/>
          </p:cNvSpPr>
          <p:nvPr>
            <p:ph type="sldNum" sz="quarter" idx="12"/>
          </p:nvPr>
        </p:nvSpPr>
        <p:spPr/>
        <p:txBody>
          <a:bodyPr/>
          <a:lstStyle/>
          <a:p>
            <a:fld id="{1D920021-EEE2-FC44-B075-F21924757B84}" type="slidenum">
              <a:rPr lang="en-US" smtClean="0"/>
              <a:t>‹#›</a:t>
            </a:fld>
            <a:endParaRPr lang="en-US"/>
          </a:p>
        </p:txBody>
      </p:sp>
    </p:spTree>
    <p:extLst>
      <p:ext uri="{BB962C8B-B14F-4D97-AF65-F5344CB8AC3E}">
        <p14:creationId xmlns:p14="http://schemas.microsoft.com/office/powerpoint/2010/main" val="2143132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881B8-F16E-CE76-F1FA-36F3A27ECC8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B94E080-62A9-07E2-A224-9E82E770FA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2D1AF2A-BD27-874E-44BE-E7A46BEADA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D8DF29F-8CB6-4DD4-AF3C-98CDFAF295A2}"/>
              </a:ext>
            </a:extLst>
          </p:cNvPr>
          <p:cNvSpPr>
            <a:spLocks noGrp="1"/>
          </p:cNvSpPr>
          <p:nvPr>
            <p:ph type="dt" sz="half" idx="10"/>
          </p:nvPr>
        </p:nvSpPr>
        <p:spPr/>
        <p:txBody>
          <a:bodyPr/>
          <a:lstStyle/>
          <a:p>
            <a:fld id="{F7CC9D2C-C050-484F-91DC-48E7EFFCD974}" type="datetimeFigureOut">
              <a:rPr lang="en-US" smtClean="0"/>
              <a:t>6/12/26</a:t>
            </a:fld>
            <a:endParaRPr lang="en-US"/>
          </a:p>
        </p:txBody>
      </p:sp>
      <p:sp>
        <p:nvSpPr>
          <p:cNvPr id="6" name="Footer Placeholder 5">
            <a:extLst>
              <a:ext uri="{FF2B5EF4-FFF2-40B4-BE49-F238E27FC236}">
                <a16:creationId xmlns:a16="http://schemas.microsoft.com/office/drawing/2014/main" id="{89A369D5-35F0-9BA8-DD67-89BC32C903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19AF0A-24D4-F7E5-0FDD-A1C3A25FA729}"/>
              </a:ext>
            </a:extLst>
          </p:cNvPr>
          <p:cNvSpPr>
            <a:spLocks noGrp="1"/>
          </p:cNvSpPr>
          <p:nvPr>
            <p:ph type="sldNum" sz="quarter" idx="12"/>
          </p:nvPr>
        </p:nvSpPr>
        <p:spPr/>
        <p:txBody>
          <a:bodyPr/>
          <a:lstStyle/>
          <a:p>
            <a:fld id="{1D920021-EEE2-FC44-B075-F21924757B84}" type="slidenum">
              <a:rPr lang="en-US" smtClean="0"/>
              <a:t>‹#›</a:t>
            </a:fld>
            <a:endParaRPr lang="en-US"/>
          </a:p>
        </p:txBody>
      </p:sp>
    </p:spTree>
    <p:extLst>
      <p:ext uri="{BB962C8B-B14F-4D97-AF65-F5344CB8AC3E}">
        <p14:creationId xmlns:p14="http://schemas.microsoft.com/office/powerpoint/2010/main" val="38843645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BB595-5C8E-6151-3790-E7A71225057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0EF5E78-4BE4-E0BA-98D5-F44A198E26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107E0F-AD55-449E-0A91-753D30EB2F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9CAF387-AB79-8BD1-8373-A0211847D070}"/>
              </a:ext>
            </a:extLst>
          </p:cNvPr>
          <p:cNvSpPr>
            <a:spLocks noGrp="1"/>
          </p:cNvSpPr>
          <p:nvPr>
            <p:ph type="dt" sz="half" idx="10"/>
          </p:nvPr>
        </p:nvSpPr>
        <p:spPr/>
        <p:txBody>
          <a:bodyPr/>
          <a:lstStyle/>
          <a:p>
            <a:fld id="{F7CC9D2C-C050-484F-91DC-48E7EFFCD974}" type="datetimeFigureOut">
              <a:rPr lang="en-US" smtClean="0"/>
              <a:t>6/12/26</a:t>
            </a:fld>
            <a:endParaRPr lang="en-US"/>
          </a:p>
        </p:txBody>
      </p:sp>
      <p:sp>
        <p:nvSpPr>
          <p:cNvPr id="6" name="Footer Placeholder 5">
            <a:extLst>
              <a:ext uri="{FF2B5EF4-FFF2-40B4-BE49-F238E27FC236}">
                <a16:creationId xmlns:a16="http://schemas.microsoft.com/office/drawing/2014/main" id="{92968C81-C6DC-BE5E-7966-04F9C9186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E8245F-9E31-2623-7171-1136CC24A194}"/>
              </a:ext>
            </a:extLst>
          </p:cNvPr>
          <p:cNvSpPr>
            <a:spLocks noGrp="1"/>
          </p:cNvSpPr>
          <p:nvPr>
            <p:ph type="sldNum" sz="quarter" idx="12"/>
          </p:nvPr>
        </p:nvSpPr>
        <p:spPr/>
        <p:txBody>
          <a:bodyPr/>
          <a:lstStyle/>
          <a:p>
            <a:fld id="{1D920021-EEE2-FC44-B075-F21924757B84}" type="slidenum">
              <a:rPr lang="en-US" smtClean="0"/>
              <a:t>‹#›</a:t>
            </a:fld>
            <a:endParaRPr lang="en-US"/>
          </a:p>
        </p:txBody>
      </p:sp>
    </p:spTree>
    <p:extLst>
      <p:ext uri="{BB962C8B-B14F-4D97-AF65-F5344CB8AC3E}">
        <p14:creationId xmlns:p14="http://schemas.microsoft.com/office/powerpoint/2010/main" val="29510350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F74A1-B75F-2252-D6EF-02433A8905E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AB3DF75-CBF4-C62A-599B-5561607061A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E0570FC-2D34-B096-5015-CFC9446AE4DA}"/>
              </a:ext>
            </a:extLst>
          </p:cNvPr>
          <p:cNvSpPr>
            <a:spLocks noGrp="1"/>
          </p:cNvSpPr>
          <p:nvPr>
            <p:ph type="dt" sz="half" idx="10"/>
          </p:nvPr>
        </p:nvSpPr>
        <p:spPr/>
        <p:txBody>
          <a:bodyPr/>
          <a:lstStyle/>
          <a:p>
            <a:fld id="{F7CC9D2C-C050-484F-91DC-48E7EFFCD974}" type="datetimeFigureOut">
              <a:rPr lang="en-US" smtClean="0"/>
              <a:t>6/12/26</a:t>
            </a:fld>
            <a:endParaRPr lang="en-US"/>
          </a:p>
        </p:txBody>
      </p:sp>
      <p:sp>
        <p:nvSpPr>
          <p:cNvPr id="5" name="Footer Placeholder 4">
            <a:extLst>
              <a:ext uri="{FF2B5EF4-FFF2-40B4-BE49-F238E27FC236}">
                <a16:creationId xmlns:a16="http://schemas.microsoft.com/office/drawing/2014/main" id="{6175431C-C225-74CF-5714-99866EEC7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91D23E-30BF-C06B-F664-14291AB4C77C}"/>
              </a:ext>
            </a:extLst>
          </p:cNvPr>
          <p:cNvSpPr>
            <a:spLocks noGrp="1"/>
          </p:cNvSpPr>
          <p:nvPr>
            <p:ph type="sldNum" sz="quarter" idx="12"/>
          </p:nvPr>
        </p:nvSpPr>
        <p:spPr/>
        <p:txBody>
          <a:bodyPr/>
          <a:lstStyle/>
          <a:p>
            <a:fld id="{1D920021-EEE2-FC44-B075-F21924757B84}" type="slidenum">
              <a:rPr lang="en-US" smtClean="0"/>
              <a:t>‹#›</a:t>
            </a:fld>
            <a:endParaRPr lang="en-US"/>
          </a:p>
        </p:txBody>
      </p:sp>
    </p:spTree>
    <p:extLst>
      <p:ext uri="{BB962C8B-B14F-4D97-AF65-F5344CB8AC3E}">
        <p14:creationId xmlns:p14="http://schemas.microsoft.com/office/powerpoint/2010/main" val="33199210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973CCF-1E9F-1E28-CD7D-6E18DD278B9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5E08357-6D9D-D668-BACF-160051C88ED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D01C26D-1538-4441-ACE6-46EAFD1F4F5B}"/>
              </a:ext>
            </a:extLst>
          </p:cNvPr>
          <p:cNvSpPr>
            <a:spLocks noGrp="1"/>
          </p:cNvSpPr>
          <p:nvPr>
            <p:ph type="dt" sz="half" idx="10"/>
          </p:nvPr>
        </p:nvSpPr>
        <p:spPr/>
        <p:txBody>
          <a:bodyPr/>
          <a:lstStyle/>
          <a:p>
            <a:fld id="{F7CC9D2C-C050-484F-91DC-48E7EFFCD974}" type="datetimeFigureOut">
              <a:rPr lang="en-US" smtClean="0"/>
              <a:t>6/12/26</a:t>
            </a:fld>
            <a:endParaRPr lang="en-US"/>
          </a:p>
        </p:txBody>
      </p:sp>
      <p:sp>
        <p:nvSpPr>
          <p:cNvPr id="5" name="Footer Placeholder 4">
            <a:extLst>
              <a:ext uri="{FF2B5EF4-FFF2-40B4-BE49-F238E27FC236}">
                <a16:creationId xmlns:a16="http://schemas.microsoft.com/office/drawing/2014/main" id="{677BDCA4-E030-7E1E-0FC9-C3288881D8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1B3248-42E7-F160-DB00-EEA2E369E5D8}"/>
              </a:ext>
            </a:extLst>
          </p:cNvPr>
          <p:cNvSpPr>
            <a:spLocks noGrp="1"/>
          </p:cNvSpPr>
          <p:nvPr>
            <p:ph type="sldNum" sz="quarter" idx="12"/>
          </p:nvPr>
        </p:nvSpPr>
        <p:spPr/>
        <p:txBody>
          <a:bodyPr/>
          <a:lstStyle/>
          <a:p>
            <a:fld id="{1D920021-EEE2-FC44-B075-F21924757B84}" type="slidenum">
              <a:rPr lang="en-US" smtClean="0"/>
              <a:t>‹#›</a:t>
            </a:fld>
            <a:endParaRPr lang="en-US"/>
          </a:p>
        </p:txBody>
      </p:sp>
    </p:spTree>
    <p:extLst>
      <p:ext uri="{BB962C8B-B14F-4D97-AF65-F5344CB8AC3E}">
        <p14:creationId xmlns:p14="http://schemas.microsoft.com/office/powerpoint/2010/main" val="1423810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F70BB0-7386-E905-DDFC-EC3D9814E3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89E75DF-EA76-AE1E-B148-72ECE8622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7B87DE8-6648-4BCC-8E84-F3D5602872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76E21D-0D87-CB49-A5DC-0326F406B490}" type="datetimeFigureOut">
              <a:rPr lang="en-US" smtClean="0"/>
              <a:t>6/12/26</a:t>
            </a:fld>
            <a:endParaRPr lang="en-US"/>
          </a:p>
        </p:txBody>
      </p:sp>
      <p:sp>
        <p:nvSpPr>
          <p:cNvPr id="5" name="Footer Placeholder 4">
            <a:extLst>
              <a:ext uri="{FF2B5EF4-FFF2-40B4-BE49-F238E27FC236}">
                <a16:creationId xmlns:a16="http://schemas.microsoft.com/office/drawing/2014/main" id="{1CF71EFD-2348-67A0-56E8-718C491C37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7B62854-5A0D-E007-56B8-CFC44D8276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9C9874-A51A-CE48-A0ED-A4F60AF1DE36}" type="slidenum">
              <a:rPr lang="en-US" smtClean="0"/>
              <a:t>‹#›</a:t>
            </a:fld>
            <a:endParaRPr lang="en-US"/>
          </a:p>
        </p:txBody>
      </p:sp>
    </p:spTree>
    <p:extLst>
      <p:ext uri="{BB962C8B-B14F-4D97-AF65-F5344CB8AC3E}">
        <p14:creationId xmlns:p14="http://schemas.microsoft.com/office/powerpoint/2010/main" val="28573200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40A701-2D47-4270-7687-F23A510FF9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93D1315E-EC70-599C-3E17-F90D66524B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4C7104D-EDED-90FC-B32B-188933911F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Source Sans Pro" panose="020B0503030403020204" pitchFamily="34" charset="0"/>
                <a:ea typeface="Source Sans Pro" panose="020B0503030403020204" pitchFamily="34" charset="0"/>
              </a:defRPr>
            </a:lvl1pPr>
          </a:lstStyle>
          <a:p>
            <a:fld id="{F7CC9D2C-C050-484F-91DC-48E7EFFCD974}" type="datetimeFigureOut">
              <a:rPr lang="en-US" smtClean="0"/>
              <a:pPr/>
              <a:t>6/12/26</a:t>
            </a:fld>
            <a:endParaRPr lang="en-US"/>
          </a:p>
        </p:txBody>
      </p:sp>
      <p:sp>
        <p:nvSpPr>
          <p:cNvPr id="5" name="Footer Placeholder 4">
            <a:extLst>
              <a:ext uri="{FF2B5EF4-FFF2-40B4-BE49-F238E27FC236}">
                <a16:creationId xmlns:a16="http://schemas.microsoft.com/office/drawing/2014/main" id="{25922311-EE0A-9A07-73BF-EFB035A2A1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Source Sans Pro" panose="020B0503030403020204" pitchFamily="34" charset="0"/>
                <a:ea typeface="Source Sans Pro" panose="020B0503030403020204" pitchFamily="34" charset="0"/>
              </a:defRPr>
            </a:lvl1pPr>
          </a:lstStyle>
          <a:p>
            <a:endParaRPr lang="en-US"/>
          </a:p>
        </p:txBody>
      </p:sp>
      <p:sp>
        <p:nvSpPr>
          <p:cNvPr id="6" name="Slide Number Placeholder 5">
            <a:extLst>
              <a:ext uri="{FF2B5EF4-FFF2-40B4-BE49-F238E27FC236}">
                <a16:creationId xmlns:a16="http://schemas.microsoft.com/office/drawing/2014/main" id="{38352660-4536-8D63-7F1A-BB91A6A90A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Source Sans Pro" panose="020B0503030403020204" pitchFamily="34" charset="0"/>
                <a:ea typeface="Source Sans Pro" panose="020B0503030403020204" pitchFamily="34" charset="0"/>
              </a:defRPr>
            </a:lvl1pPr>
          </a:lstStyle>
          <a:p>
            <a:fld id="{1D920021-EEE2-FC44-B075-F21924757B84}" type="slidenum">
              <a:rPr lang="en-US" smtClean="0"/>
              <a:pPr/>
              <a:t>‹#›</a:t>
            </a:fld>
            <a:endParaRPr lang="en-US"/>
          </a:p>
        </p:txBody>
      </p:sp>
    </p:spTree>
    <p:extLst>
      <p:ext uri="{BB962C8B-B14F-4D97-AF65-F5344CB8AC3E}">
        <p14:creationId xmlns:p14="http://schemas.microsoft.com/office/powerpoint/2010/main" val="1141734797"/>
      </p:ext>
    </p:extLst>
  </p:cSld>
  <p:clrMap bg1="lt1" tx1="dk1" bg2="lt2" tx2="dk2" accent1="accent1" accent2="accent2" accent3="accent3" accent4="accent4" accent5="accent5" accent6="accent6" hlink="hlink" folHlink="folHlink"/>
  <p:sldLayoutIdLst>
    <p:sldLayoutId id="2147483666" r:id="rId1"/>
    <p:sldLayoutId id="2147483673" r:id="rId2"/>
    <p:sldLayoutId id="2147483672" r:id="rId3"/>
    <p:sldLayoutId id="2147483661" r:id="rId4"/>
    <p:sldLayoutId id="2147483662" r:id="rId5"/>
    <p:sldLayoutId id="2147483663" r:id="rId6"/>
    <p:sldLayoutId id="2147483664" r:id="rId7"/>
    <p:sldLayoutId id="2147483665" r:id="rId8"/>
    <p:sldLayoutId id="2147483668" r:id="rId9"/>
    <p:sldLayoutId id="2147483669" r:id="rId10"/>
    <p:sldLayoutId id="2147483670" r:id="rId11"/>
    <p:sldLayoutId id="2147483671" r:id="rId12"/>
  </p:sldLayoutIdLst>
  <p:txStyles>
    <p:titleStyle>
      <a:lvl1pPr algn="l" defTabSz="914400" rtl="0" eaLnBrk="1" latinLnBrk="0" hangingPunct="1">
        <a:lnSpc>
          <a:spcPct val="90000"/>
        </a:lnSpc>
        <a:spcBef>
          <a:spcPct val="0"/>
        </a:spcBef>
        <a:buNone/>
        <a:defRPr sz="4400" kern="1200">
          <a:solidFill>
            <a:schemeClr val="tx1"/>
          </a:solidFill>
          <a:latin typeface="Source Sans Pro" panose="020B0503030403020204" pitchFamily="34" charset="0"/>
          <a:ea typeface="Source Sans Pro" panose="020B0503030403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D2F61-76ED-3D3A-C0CE-613C900BC6C9}"/>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7F77141A-5A0F-D7A3-7AA8-CE6958623801}"/>
              </a:ext>
            </a:extLst>
          </p:cNvPr>
          <p:cNvPicPr>
            <a:picLocks noChangeAspect="1"/>
          </p:cNvPicPr>
          <p:nvPr/>
        </p:nvPicPr>
        <p:blipFill>
          <a:blip r:embed="rId3">
            <a:grayscl/>
          </a:blip>
          <a:srcRect l="54622" r="17819"/>
          <a:stretch>
            <a:fillRect/>
          </a:stretch>
        </p:blipFill>
        <p:spPr>
          <a:xfrm>
            <a:off x="8832305" y="-1"/>
            <a:ext cx="3359696" cy="6857461"/>
          </a:xfrm>
          <a:prstGeom prst="rect">
            <a:avLst/>
          </a:prstGeom>
        </p:spPr>
      </p:pic>
      <p:sp>
        <p:nvSpPr>
          <p:cNvPr id="4" name="Rectangle 3">
            <a:extLst>
              <a:ext uri="{FF2B5EF4-FFF2-40B4-BE49-F238E27FC236}">
                <a16:creationId xmlns:a16="http://schemas.microsoft.com/office/drawing/2014/main" id="{F2F45540-DC22-7110-1342-655417B03FBE}"/>
              </a:ext>
            </a:extLst>
          </p:cNvPr>
          <p:cNvSpPr/>
          <p:nvPr/>
        </p:nvSpPr>
        <p:spPr>
          <a:xfrm>
            <a:off x="-1372" y="-1"/>
            <a:ext cx="9769778" cy="6858001"/>
          </a:xfrm>
          <a:prstGeom prst="rect">
            <a:avLst/>
          </a:prstGeom>
          <a:solidFill>
            <a:srgbClr val="8C15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35"/>
          </a:p>
        </p:txBody>
      </p:sp>
      <p:pic>
        <p:nvPicPr>
          <p:cNvPr id="5" name="Picture 2" descr="Get Digital Collectibles by Stanford GSB | Verix">
            <a:extLst>
              <a:ext uri="{FF2B5EF4-FFF2-40B4-BE49-F238E27FC236}">
                <a16:creationId xmlns:a16="http://schemas.microsoft.com/office/drawing/2014/main" id="{F40C688F-F990-F4DF-2A6E-C39D2CCFC92B}"/>
              </a:ext>
            </a:extLst>
          </p:cNvPr>
          <p:cNvPicPr>
            <a:picLocks noChangeAspect="1" noChangeArrowheads="1"/>
          </p:cNvPicPr>
          <p:nvPr/>
        </p:nvPicPr>
        <p:blipFill rotWithShape="1">
          <a:blip r:embed="rId4">
            <a:clrChange>
              <a:clrFrom>
                <a:srgbClr val="8C1615"/>
              </a:clrFrom>
              <a:clrTo>
                <a:srgbClr val="8C1615">
                  <a:alpha val="0"/>
                </a:srgbClr>
              </a:clrTo>
            </a:clrChange>
            <a:extLst>
              <a:ext uri="{28A0092B-C50C-407E-A947-70E740481C1C}">
                <a14:useLocalDpi xmlns:a14="http://schemas.microsoft.com/office/drawing/2010/main" val="0"/>
              </a:ext>
            </a:extLst>
          </a:blip>
          <a:srcRect l="8507" t="36272" r="6657" b="35859"/>
          <a:stretch>
            <a:fillRect/>
          </a:stretch>
        </p:blipFill>
        <p:spPr bwMode="auto">
          <a:xfrm>
            <a:off x="595559" y="701988"/>
            <a:ext cx="2034437" cy="668337"/>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D9C56058-F0B9-9895-25E8-2365ECF3A056}"/>
              </a:ext>
            </a:extLst>
          </p:cNvPr>
          <p:cNvSpPr/>
          <p:nvPr/>
        </p:nvSpPr>
        <p:spPr>
          <a:xfrm>
            <a:off x="9768407" y="-1"/>
            <a:ext cx="2423593" cy="6858001"/>
          </a:xfrm>
          <a:prstGeom prst="rect">
            <a:avLst/>
          </a:prstGeom>
          <a:solidFill>
            <a:srgbClr val="8C1514">
              <a:alpha val="8823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35"/>
          </a:p>
        </p:txBody>
      </p:sp>
      <p:sp>
        <p:nvSpPr>
          <p:cNvPr id="6" name="TextBox 5">
            <a:extLst>
              <a:ext uri="{FF2B5EF4-FFF2-40B4-BE49-F238E27FC236}">
                <a16:creationId xmlns:a16="http://schemas.microsoft.com/office/drawing/2014/main" id="{407DD4E6-3D5D-FA22-B3F4-48C2051538AC}"/>
              </a:ext>
            </a:extLst>
          </p:cNvPr>
          <p:cNvSpPr txBox="1"/>
          <p:nvPr/>
        </p:nvSpPr>
        <p:spPr>
          <a:xfrm>
            <a:off x="608956" y="1576548"/>
            <a:ext cx="6279132" cy="1975926"/>
          </a:xfrm>
          <a:prstGeom prst="rect">
            <a:avLst/>
          </a:prstGeom>
          <a:noFill/>
        </p:spPr>
        <p:txBody>
          <a:bodyPr wrap="square" lIns="0">
            <a:spAutoFit/>
          </a:bodyPr>
          <a:lstStyle/>
          <a:p>
            <a:pPr>
              <a:lnSpc>
                <a:spcPct val="85000"/>
              </a:lnSpc>
            </a:pPr>
            <a:r>
              <a:rPr lang="en-US" sz="7200" dirty="0">
                <a:solidFill>
                  <a:schemeClr val="bg1"/>
                </a:solidFill>
                <a:latin typeface="Helvetica Neue Thin" panose="020B0403020202020204" pitchFamily="34" charset="0"/>
                <a:ea typeface="Helvetica Neue Thin" panose="020B0403020202020204" pitchFamily="34" charset="0"/>
                <a:cs typeface="Calibri" panose="020F0502020204030204" pitchFamily="34" charset="0"/>
              </a:rPr>
              <a:t>Enterprise AI Skills in Practice </a:t>
            </a:r>
          </a:p>
        </p:txBody>
      </p:sp>
      <p:cxnSp>
        <p:nvCxnSpPr>
          <p:cNvPr id="8" name="Straight Connector 7">
            <a:extLst>
              <a:ext uri="{FF2B5EF4-FFF2-40B4-BE49-F238E27FC236}">
                <a16:creationId xmlns:a16="http://schemas.microsoft.com/office/drawing/2014/main" id="{0E2BD348-FF99-A146-AE90-1177313A7BDB}"/>
              </a:ext>
            </a:extLst>
          </p:cNvPr>
          <p:cNvCxnSpPr>
            <a:cxnSpLocks/>
          </p:cNvCxnSpPr>
          <p:nvPr/>
        </p:nvCxnSpPr>
        <p:spPr>
          <a:xfrm>
            <a:off x="608956" y="3741431"/>
            <a:ext cx="9903197" cy="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34A15DA-7B8C-2433-902C-10B2C9F17E8F}"/>
              </a:ext>
            </a:extLst>
          </p:cNvPr>
          <p:cNvSpPr txBox="1"/>
          <p:nvPr/>
        </p:nvSpPr>
        <p:spPr>
          <a:xfrm>
            <a:off x="608956" y="3811481"/>
            <a:ext cx="10497775" cy="1200329"/>
          </a:xfrm>
          <a:prstGeom prst="rect">
            <a:avLst/>
          </a:prstGeom>
          <a:noFill/>
        </p:spPr>
        <p:txBody>
          <a:bodyPr wrap="square" lIns="0">
            <a:spAutoFit/>
          </a:bodyPr>
          <a:lstStyle/>
          <a:p>
            <a:r>
              <a:rPr lang="en-US" sz="7200" dirty="0">
                <a:solidFill>
                  <a:schemeClr val="bg1"/>
                </a:solidFill>
                <a:latin typeface="Helvetica Neue Thin" panose="020B0403020202020204" pitchFamily="34" charset="0"/>
                <a:ea typeface="Helvetica Neue Thin" panose="020B0403020202020204" pitchFamily="34" charset="0"/>
                <a:cs typeface="Calibri" panose="020F0502020204030204" pitchFamily="34" charset="0"/>
              </a:rPr>
              <a:t>Part II – AI is a Team Sport</a:t>
            </a:r>
            <a:endParaRPr lang="en-US" sz="7200" dirty="0">
              <a:solidFill>
                <a:schemeClr val="bg1"/>
              </a:solidFill>
              <a:latin typeface="Helvetica Neue Thin" panose="020B0403020202020204" pitchFamily="34" charset="0"/>
              <a:ea typeface="Helvetica Neue Thin" panose="020B0403020202020204" pitchFamily="34" charset="0"/>
              <a:cs typeface="Calibri" panose="020F0502020204030204" pitchFamily="34" charset="0"/>
            </a:endParaRPr>
          </a:p>
        </p:txBody>
      </p:sp>
    </p:spTree>
    <p:extLst>
      <p:ext uri="{BB962C8B-B14F-4D97-AF65-F5344CB8AC3E}">
        <p14:creationId xmlns:p14="http://schemas.microsoft.com/office/powerpoint/2010/main" val="1673746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8A1CD-6F9F-4E21-4D34-48E29739BA0C}"/>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7F8D090A-046F-10BE-D02E-EF3D1E73A59F}"/>
              </a:ext>
            </a:extLst>
          </p:cNvPr>
          <p:cNvSpPr txBox="1"/>
          <p:nvPr/>
        </p:nvSpPr>
        <p:spPr>
          <a:xfrm>
            <a:off x="5231904" y="3020351"/>
            <a:ext cx="2116538" cy="396000"/>
          </a:xfrm>
          <a:prstGeom prst="rect">
            <a:avLst/>
          </a:prstGeom>
          <a:noFill/>
        </p:spPr>
        <p:txBody>
          <a:bodyPr wrap="none" lIns="0" anchor="ctr" anchorCtr="0">
            <a:noAutofit/>
          </a:bodyPr>
          <a:lstStyle/>
          <a:p>
            <a:pPr algn="ctr"/>
            <a:r>
              <a:rPr lang="en-US" sz="3600" dirty="0">
                <a:solidFill>
                  <a:schemeClr val="bg1"/>
                </a:solidFill>
                <a:latin typeface="Source Sans Pro" panose="020B0503030403020204" pitchFamily="34" charset="0"/>
                <a:ea typeface="Source Sans Pro" panose="020B0503030403020204" pitchFamily="34" charset="0"/>
                <a:cs typeface="Calibri" panose="020F0502020204030204" pitchFamily="34" charset="0"/>
              </a:rPr>
              <a:t>Ray’s Team Slide</a:t>
            </a:r>
          </a:p>
        </p:txBody>
      </p:sp>
    </p:spTree>
    <p:extLst>
      <p:ext uri="{BB962C8B-B14F-4D97-AF65-F5344CB8AC3E}">
        <p14:creationId xmlns:p14="http://schemas.microsoft.com/office/powerpoint/2010/main" val="1261837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8A519-FC49-0F62-B005-642724F5E97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A49D757-61B7-C682-8C74-5457CD4882AB}"/>
              </a:ext>
            </a:extLst>
          </p:cNvPr>
          <p:cNvSpPr txBox="1"/>
          <p:nvPr/>
        </p:nvSpPr>
        <p:spPr>
          <a:xfrm>
            <a:off x="-1536848" y="1832054"/>
            <a:ext cx="15193688" cy="2355260"/>
          </a:xfrm>
          <a:prstGeom prst="rect">
            <a:avLst/>
          </a:prstGeom>
          <a:noFill/>
        </p:spPr>
        <p:txBody>
          <a:bodyPr wrap="square" lIns="0">
            <a:spAutoFit/>
          </a:bodyPr>
          <a:lstStyle/>
          <a:p>
            <a:pPr algn="ctr">
              <a:lnSpc>
                <a:spcPct val="85000"/>
              </a:lnSpc>
            </a:pPr>
            <a:r>
              <a:rPr lang="en-US" sz="17300" dirty="0">
                <a:solidFill>
                  <a:srgbClr val="C00000"/>
                </a:solidFill>
                <a:latin typeface="Helvetica Neue UltraLight" panose="02000206000000020004" pitchFamily="2" charset="0"/>
                <a:ea typeface="Helvetica Neue UltraLight" panose="02000206000000020004" pitchFamily="2" charset="0"/>
                <a:cs typeface="Calibri" panose="020F0502020204030204" pitchFamily="34" charset="0"/>
              </a:rPr>
              <a:t>F  A  K  T  S</a:t>
            </a:r>
          </a:p>
        </p:txBody>
      </p:sp>
      <p:sp>
        <p:nvSpPr>
          <p:cNvPr id="15" name="TextBox 14">
            <a:extLst>
              <a:ext uri="{FF2B5EF4-FFF2-40B4-BE49-F238E27FC236}">
                <a16:creationId xmlns:a16="http://schemas.microsoft.com/office/drawing/2014/main" id="{61C88C3C-003B-1F4C-EB90-B19CEB126410}"/>
              </a:ext>
            </a:extLst>
          </p:cNvPr>
          <p:cNvSpPr txBox="1"/>
          <p:nvPr/>
        </p:nvSpPr>
        <p:spPr>
          <a:xfrm>
            <a:off x="54037" y="4703376"/>
            <a:ext cx="2116538" cy="396000"/>
          </a:xfrm>
          <a:prstGeom prst="rect">
            <a:avLst/>
          </a:prstGeom>
          <a:noFill/>
        </p:spPr>
        <p:txBody>
          <a:bodyPr wrap="none" lIns="0" tIns="0" anchor="t" anchorCtr="0">
            <a:noAutofit/>
          </a:bodyPr>
          <a:lstStyle/>
          <a:p>
            <a:pPr algn="ctr"/>
            <a:r>
              <a:rPr lang="en-US" sz="2000" dirty="0">
                <a:solidFill>
                  <a:schemeClr val="tx1">
                    <a:lumMod val="65000"/>
                    <a:lumOff val="35000"/>
                  </a:schemeClr>
                </a:solidFill>
                <a:latin typeface="Consolas" panose="020B0609020204030204" pitchFamily="49" charset="0"/>
                <a:ea typeface="Source Sans Pro" panose="020B0503030403020204" pitchFamily="34" charset="0"/>
                <a:cs typeface="Consolas" panose="020B0609020204030204" pitchFamily="49" charset="0"/>
              </a:rPr>
              <a:t>FEAR</a:t>
            </a:r>
          </a:p>
        </p:txBody>
      </p:sp>
      <p:sp>
        <p:nvSpPr>
          <p:cNvPr id="17" name="TextBox 16">
            <a:extLst>
              <a:ext uri="{FF2B5EF4-FFF2-40B4-BE49-F238E27FC236}">
                <a16:creationId xmlns:a16="http://schemas.microsoft.com/office/drawing/2014/main" id="{B6173E3D-605D-08D9-BF18-67DF9A6451CB}"/>
              </a:ext>
            </a:extLst>
          </p:cNvPr>
          <p:cNvSpPr txBox="1"/>
          <p:nvPr/>
        </p:nvSpPr>
        <p:spPr>
          <a:xfrm>
            <a:off x="2431290" y="4703376"/>
            <a:ext cx="2116538" cy="396000"/>
          </a:xfrm>
          <a:prstGeom prst="rect">
            <a:avLst/>
          </a:prstGeom>
          <a:noFill/>
        </p:spPr>
        <p:txBody>
          <a:bodyPr wrap="none" lIns="0" tIns="0" anchor="t" anchorCtr="0">
            <a:noAutofit/>
          </a:bodyPr>
          <a:lstStyle/>
          <a:p>
            <a:pPr algn="ctr"/>
            <a:r>
              <a:rPr lang="en-US" sz="2000" dirty="0">
                <a:solidFill>
                  <a:schemeClr val="tx1">
                    <a:lumMod val="65000"/>
                    <a:lumOff val="35000"/>
                  </a:schemeClr>
                </a:solidFill>
                <a:latin typeface="Consolas" panose="020B0609020204030204" pitchFamily="49" charset="0"/>
                <a:ea typeface="Source Sans Pro" panose="020B0503030403020204" pitchFamily="34" charset="0"/>
                <a:cs typeface="Consolas" panose="020B0609020204030204" pitchFamily="49" charset="0"/>
              </a:rPr>
              <a:t>AGENCY</a:t>
            </a:r>
          </a:p>
        </p:txBody>
      </p:sp>
      <p:sp>
        <p:nvSpPr>
          <p:cNvPr id="18" name="TextBox 17">
            <a:extLst>
              <a:ext uri="{FF2B5EF4-FFF2-40B4-BE49-F238E27FC236}">
                <a16:creationId xmlns:a16="http://schemas.microsoft.com/office/drawing/2014/main" id="{7B1E0B03-B3EC-F8CE-F81A-9233D71E55EF}"/>
              </a:ext>
            </a:extLst>
          </p:cNvPr>
          <p:cNvSpPr txBox="1"/>
          <p:nvPr/>
        </p:nvSpPr>
        <p:spPr>
          <a:xfrm>
            <a:off x="4979876" y="4703376"/>
            <a:ext cx="2116538" cy="396000"/>
          </a:xfrm>
          <a:prstGeom prst="rect">
            <a:avLst/>
          </a:prstGeom>
          <a:noFill/>
        </p:spPr>
        <p:txBody>
          <a:bodyPr wrap="none" lIns="0" tIns="0" anchor="t" anchorCtr="0">
            <a:noAutofit/>
          </a:bodyPr>
          <a:lstStyle/>
          <a:p>
            <a:pPr algn="ctr"/>
            <a:r>
              <a:rPr lang="en-US" sz="2000" dirty="0">
                <a:solidFill>
                  <a:schemeClr val="tx1">
                    <a:lumMod val="65000"/>
                    <a:lumOff val="35000"/>
                  </a:schemeClr>
                </a:solidFill>
                <a:latin typeface="Consolas" panose="020B0609020204030204" pitchFamily="49" charset="0"/>
                <a:ea typeface="Source Sans Pro" panose="020B0503030403020204" pitchFamily="34" charset="0"/>
                <a:cs typeface="Consolas" panose="020B0609020204030204" pitchFamily="49" charset="0"/>
              </a:rPr>
              <a:t>KNOWLEDGE</a:t>
            </a:r>
          </a:p>
        </p:txBody>
      </p:sp>
      <p:sp>
        <p:nvSpPr>
          <p:cNvPr id="19" name="TextBox 18">
            <a:extLst>
              <a:ext uri="{FF2B5EF4-FFF2-40B4-BE49-F238E27FC236}">
                <a16:creationId xmlns:a16="http://schemas.microsoft.com/office/drawing/2014/main" id="{FF0C7A97-A28D-E12F-7D33-AFFF743C4E77}"/>
              </a:ext>
            </a:extLst>
          </p:cNvPr>
          <p:cNvSpPr txBox="1"/>
          <p:nvPr/>
        </p:nvSpPr>
        <p:spPr>
          <a:xfrm>
            <a:off x="7644172" y="4703376"/>
            <a:ext cx="2116538" cy="396000"/>
          </a:xfrm>
          <a:prstGeom prst="rect">
            <a:avLst/>
          </a:prstGeom>
          <a:noFill/>
        </p:spPr>
        <p:txBody>
          <a:bodyPr wrap="none" lIns="0" tIns="0" anchor="t" anchorCtr="0">
            <a:noAutofit/>
          </a:bodyPr>
          <a:lstStyle/>
          <a:p>
            <a:pPr algn="ctr"/>
            <a:r>
              <a:rPr lang="en-US" sz="2000" dirty="0">
                <a:solidFill>
                  <a:schemeClr val="tx1">
                    <a:lumMod val="65000"/>
                    <a:lumOff val="35000"/>
                  </a:schemeClr>
                </a:solidFill>
                <a:latin typeface="Consolas" panose="020B0609020204030204" pitchFamily="49" charset="0"/>
                <a:ea typeface="Source Sans Pro" panose="020B0503030403020204" pitchFamily="34" charset="0"/>
                <a:cs typeface="Consolas" panose="020B0609020204030204" pitchFamily="49" charset="0"/>
              </a:rPr>
              <a:t>TRUST</a:t>
            </a:r>
          </a:p>
        </p:txBody>
      </p:sp>
      <p:sp>
        <p:nvSpPr>
          <p:cNvPr id="2" name="TextBox 1">
            <a:extLst>
              <a:ext uri="{FF2B5EF4-FFF2-40B4-BE49-F238E27FC236}">
                <a16:creationId xmlns:a16="http://schemas.microsoft.com/office/drawing/2014/main" id="{2A440EBB-7DCE-5858-9EF2-2E6852B53E03}"/>
              </a:ext>
            </a:extLst>
          </p:cNvPr>
          <p:cNvSpPr txBox="1"/>
          <p:nvPr/>
        </p:nvSpPr>
        <p:spPr>
          <a:xfrm>
            <a:off x="9992131" y="4703376"/>
            <a:ext cx="2116538" cy="396000"/>
          </a:xfrm>
          <a:prstGeom prst="rect">
            <a:avLst/>
          </a:prstGeom>
          <a:noFill/>
        </p:spPr>
        <p:txBody>
          <a:bodyPr wrap="none" lIns="0" tIns="0" anchor="t" anchorCtr="0">
            <a:noAutofit/>
          </a:bodyPr>
          <a:lstStyle/>
          <a:p>
            <a:pPr algn="ctr">
              <a:lnSpc>
                <a:spcPct val="70000"/>
              </a:lnSpc>
            </a:pPr>
            <a:r>
              <a:rPr lang="en-US" sz="2000" dirty="0">
                <a:solidFill>
                  <a:schemeClr val="tx1">
                    <a:lumMod val="65000"/>
                    <a:lumOff val="35000"/>
                  </a:schemeClr>
                </a:solidFill>
                <a:latin typeface="Consolas" panose="020B0609020204030204" pitchFamily="49" charset="0"/>
                <a:ea typeface="Source Sans Pro" panose="020B0503030403020204" pitchFamily="34" charset="0"/>
                <a:cs typeface="Consolas" panose="020B0609020204030204" pitchFamily="49" charset="0"/>
              </a:rPr>
              <a:t>SELF-</a:t>
            </a:r>
            <a:br>
              <a:rPr lang="en-US" sz="2000" dirty="0">
                <a:solidFill>
                  <a:schemeClr val="tx1">
                    <a:lumMod val="65000"/>
                    <a:lumOff val="35000"/>
                  </a:schemeClr>
                </a:solidFill>
                <a:latin typeface="Consolas" panose="020B0609020204030204" pitchFamily="49" charset="0"/>
                <a:ea typeface="Source Sans Pro" panose="020B0503030403020204" pitchFamily="34" charset="0"/>
                <a:cs typeface="Consolas" panose="020B0609020204030204" pitchFamily="49" charset="0"/>
              </a:rPr>
            </a:br>
            <a:r>
              <a:rPr lang="en-US" sz="2000" dirty="0">
                <a:solidFill>
                  <a:schemeClr val="tx1">
                    <a:lumMod val="65000"/>
                    <a:lumOff val="35000"/>
                  </a:schemeClr>
                </a:solidFill>
                <a:latin typeface="Consolas" panose="020B0609020204030204" pitchFamily="49" charset="0"/>
                <a:ea typeface="Source Sans Pro" panose="020B0503030403020204" pitchFamily="34" charset="0"/>
                <a:cs typeface="Consolas" panose="020B0609020204030204" pitchFamily="49" charset="0"/>
              </a:rPr>
              <a:t>INTEREST</a:t>
            </a:r>
          </a:p>
        </p:txBody>
      </p:sp>
      <p:grpSp>
        <p:nvGrpSpPr>
          <p:cNvPr id="7" name="Group 6">
            <a:extLst>
              <a:ext uri="{FF2B5EF4-FFF2-40B4-BE49-F238E27FC236}">
                <a16:creationId xmlns:a16="http://schemas.microsoft.com/office/drawing/2014/main" id="{5B4F7533-133B-B5D7-B565-F9E0EAFCFCAD}"/>
              </a:ext>
            </a:extLst>
          </p:cNvPr>
          <p:cNvGrpSpPr/>
          <p:nvPr/>
        </p:nvGrpSpPr>
        <p:grpSpPr>
          <a:xfrm>
            <a:off x="2171564" y="1484785"/>
            <a:ext cx="7704856" cy="3757950"/>
            <a:chOff x="2171564" y="764704"/>
            <a:chExt cx="7704856" cy="5256584"/>
          </a:xfrm>
        </p:grpSpPr>
        <p:cxnSp>
          <p:nvCxnSpPr>
            <p:cNvPr id="11" name="Straight Connector 10">
              <a:extLst>
                <a:ext uri="{FF2B5EF4-FFF2-40B4-BE49-F238E27FC236}">
                  <a16:creationId xmlns:a16="http://schemas.microsoft.com/office/drawing/2014/main" id="{5EB232DB-AE30-00C2-2C90-EABFB6B8FD59}"/>
                </a:ext>
              </a:extLst>
            </p:cNvPr>
            <p:cNvCxnSpPr>
              <a:cxnSpLocks/>
            </p:cNvCxnSpPr>
            <p:nvPr/>
          </p:nvCxnSpPr>
          <p:spPr>
            <a:xfrm>
              <a:off x="2171564" y="764704"/>
              <a:ext cx="0" cy="5256584"/>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D76DEBE-8EE0-C530-9B4C-9966F6834D71}"/>
                </a:ext>
              </a:extLst>
            </p:cNvPr>
            <p:cNvCxnSpPr>
              <a:cxnSpLocks/>
            </p:cNvCxnSpPr>
            <p:nvPr/>
          </p:nvCxnSpPr>
          <p:spPr>
            <a:xfrm>
              <a:off x="4739849" y="764704"/>
              <a:ext cx="0" cy="5256584"/>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602ED57-43D2-5E1E-D88D-A9326C327254}"/>
                </a:ext>
              </a:extLst>
            </p:cNvPr>
            <p:cNvCxnSpPr>
              <a:cxnSpLocks/>
            </p:cNvCxnSpPr>
            <p:nvPr/>
          </p:nvCxnSpPr>
          <p:spPr>
            <a:xfrm>
              <a:off x="7308134" y="764704"/>
              <a:ext cx="0" cy="5256584"/>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4C59111B-ED3D-D2DE-8EF1-FD812239DCDC}"/>
                </a:ext>
              </a:extLst>
            </p:cNvPr>
            <p:cNvCxnSpPr>
              <a:cxnSpLocks/>
            </p:cNvCxnSpPr>
            <p:nvPr/>
          </p:nvCxnSpPr>
          <p:spPr>
            <a:xfrm>
              <a:off x="9876420" y="764704"/>
              <a:ext cx="0" cy="5256584"/>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pSp>
      <p:sp>
        <p:nvSpPr>
          <p:cNvPr id="6" name="TextBox 5">
            <a:extLst>
              <a:ext uri="{FF2B5EF4-FFF2-40B4-BE49-F238E27FC236}">
                <a16:creationId xmlns:a16="http://schemas.microsoft.com/office/drawing/2014/main" id="{178328B6-8D2E-44AE-D104-8BA2DCECBF99}"/>
              </a:ext>
            </a:extLst>
          </p:cNvPr>
          <p:cNvSpPr txBox="1"/>
          <p:nvPr/>
        </p:nvSpPr>
        <p:spPr>
          <a:xfrm>
            <a:off x="443372" y="221080"/>
            <a:ext cx="2880320" cy="326653"/>
          </a:xfrm>
          <a:prstGeom prst="rect">
            <a:avLst/>
          </a:prstGeom>
          <a:noFill/>
        </p:spPr>
        <p:txBody>
          <a:bodyPr wrap="none" lIns="0" anchor="ctr" anchorCtr="0">
            <a:noAutofit/>
          </a:bodyPr>
          <a:lstStyle/>
          <a:p>
            <a:r>
              <a:rPr lang="en-US" sz="1400" dirty="0">
                <a:solidFill>
                  <a:schemeClr val="tx1">
                    <a:lumMod val="50000"/>
                    <a:lumOff val="50000"/>
                  </a:schemeClr>
                </a:solidFill>
                <a:latin typeface="Consolas" panose="020B0609020204030204" pitchFamily="49" charset="0"/>
                <a:ea typeface="Helvetica Neue Thin" panose="020B0403020202020204" pitchFamily="34" charset="0"/>
                <a:cs typeface="Consolas" panose="020B0609020204030204" pitchFamily="49" charset="0"/>
              </a:rPr>
              <a:t>AI IS A TEAM SPORT</a:t>
            </a:r>
          </a:p>
        </p:txBody>
      </p:sp>
    </p:spTree>
    <p:extLst>
      <p:ext uri="{BB962C8B-B14F-4D97-AF65-F5344CB8AC3E}">
        <p14:creationId xmlns:p14="http://schemas.microsoft.com/office/powerpoint/2010/main" val="3900835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CA524-E63C-99C4-241F-C9D0D6147AC4}"/>
            </a:ext>
          </a:extLst>
        </p:cNvPr>
        <p:cNvGrpSpPr/>
        <p:nvPr/>
      </p:nvGrpSpPr>
      <p:grpSpPr>
        <a:xfrm>
          <a:off x="0" y="0"/>
          <a:ext cx="0" cy="0"/>
          <a:chOff x="0" y="0"/>
          <a:chExt cx="0" cy="0"/>
        </a:xfrm>
      </p:grpSpPr>
      <p:sp>
        <p:nvSpPr>
          <p:cNvPr id="5" name="Title 9">
            <a:extLst>
              <a:ext uri="{FF2B5EF4-FFF2-40B4-BE49-F238E27FC236}">
                <a16:creationId xmlns:a16="http://schemas.microsoft.com/office/drawing/2014/main" id="{CAADA2BC-151D-3707-F72C-07C1D2A34508}"/>
              </a:ext>
            </a:extLst>
          </p:cNvPr>
          <p:cNvSpPr txBox="1">
            <a:spLocks/>
          </p:cNvSpPr>
          <p:nvPr/>
        </p:nvSpPr>
        <p:spPr>
          <a:xfrm>
            <a:off x="4918998" y="1411874"/>
            <a:ext cx="5228929" cy="721480"/>
          </a:xfrm>
          <a:prstGeom prst="rect">
            <a:avLst/>
          </a:prstGeom>
        </p:spPr>
        <p:txBody>
          <a:bodyPr vert="horz" wrap="none" lIns="91440" tIns="45720" rIns="91440" bIns="45720" rtlCol="0" anchor="ctr">
            <a:noAutofit/>
          </a:bodyPr>
          <a:lstStyle>
            <a:lvl1pPr algn="l" defTabSz="914400" rtl="0" eaLnBrk="1" latinLnBrk="0" hangingPunct="1">
              <a:lnSpc>
                <a:spcPct val="90000"/>
              </a:lnSpc>
              <a:spcBef>
                <a:spcPct val="0"/>
              </a:spcBef>
              <a:buNone/>
              <a:defRPr sz="10000" kern="1200">
                <a:solidFill>
                  <a:schemeClr val="bg1"/>
                </a:solidFill>
                <a:latin typeface="Source Sans Pro" panose="020B0503030403020204" pitchFamily="34" charset="0"/>
                <a:ea typeface="Source Sans Pro" panose="020B0503030403020204" pitchFamily="34" charset="0"/>
                <a:cs typeface="+mj-cs"/>
              </a:defRPr>
            </a:lvl1pPr>
          </a:lstStyle>
          <a:p>
            <a:r>
              <a:rPr lang="en-US" sz="4800" dirty="0">
                <a:solidFill>
                  <a:schemeClr val="tx1"/>
                </a:solidFill>
                <a:latin typeface="Helvetica Neue Thin" panose="020B0403020202020204" pitchFamily="34" charset="0"/>
                <a:ea typeface="Helvetica Neue Thin" panose="020B0403020202020204" pitchFamily="34" charset="0"/>
              </a:rPr>
              <a:t>Leadership</a:t>
            </a:r>
          </a:p>
        </p:txBody>
      </p:sp>
      <p:sp>
        <p:nvSpPr>
          <p:cNvPr id="6" name="Title 9">
            <a:extLst>
              <a:ext uri="{FF2B5EF4-FFF2-40B4-BE49-F238E27FC236}">
                <a16:creationId xmlns:a16="http://schemas.microsoft.com/office/drawing/2014/main" id="{C03E0896-43DF-F0BF-D91E-231BA8F15B80}"/>
              </a:ext>
            </a:extLst>
          </p:cNvPr>
          <p:cNvSpPr txBox="1">
            <a:spLocks/>
          </p:cNvSpPr>
          <p:nvPr/>
        </p:nvSpPr>
        <p:spPr>
          <a:xfrm>
            <a:off x="4918998" y="2550696"/>
            <a:ext cx="5228929" cy="721480"/>
          </a:xfrm>
          <a:prstGeom prst="rect">
            <a:avLst/>
          </a:prstGeom>
        </p:spPr>
        <p:txBody>
          <a:bodyPr vert="horz" wrap="none" lIns="91440" tIns="45720" rIns="91440" bIns="45720" rtlCol="0" anchor="ctr">
            <a:noAutofit/>
          </a:bodyPr>
          <a:lstStyle>
            <a:lvl1pPr algn="l" defTabSz="914400" rtl="0" eaLnBrk="1" latinLnBrk="0" hangingPunct="1">
              <a:lnSpc>
                <a:spcPct val="90000"/>
              </a:lnSpc>
              <a:spcBef>
                <a:spcPct val="0"/>
              </a:spcBef>
              <a:buNone/>
              <a:defRPr sz="10000" kern="1200">
                <a:solidFill>
                  <a:schemeClr val="bg1"/>
                </a:solidFill>
                <a:latin typeface="Source Sans Pro" panose="020B0503030403020204" pitchFamily="34" charset="0"/>
                <a:ea typeface="Source Sans Pro" panose="020B0503030403020204" pitchFamily="34" charset="0"/>
                <a:cs typeface="+mj-cs"/>
              </a:defRPr>
            </a:lvl1pPr>
          </a:lstStyle>
          <a:p>
            <a:r>
              <a:rPr lang="en-US" sz="4800" dirty="0">
                <a:solidFill>
                  <a:schemeClr val="tx1"/>
                </a:solidFill>
                <a:latin typeface="Helvetica Neue Thin" panose="020B0403020202020204" pitchFamily="34" charset="0"/>
                <a:ea typeface="Helvetica Neue Thin" panose="020B0403020202020204" pitchFamily="34" charset="0"/>
              </a:rPr>
              <a:t>Managers</a:t>
            </a:r>
          </a:p>
        </p:txBody>
      </p:sp>
      <p:sp>
        <p:nvSpPr>
          <p:cNvPr id="7" name="Title 9">
            <a:extLst>
              <a:ext uri="{FF2B5EF4-FFF2-40B4-BE49-F238E27FC236}">
                <a16:creationId xmlns:a16="http://schemas.microsoft.com/office/drawing/2014/main" id="{9A38DC65-EBF5-2533-7671-5CE83940B4F6}"/>
              </a:ext>
            </a:extLst>
          </p:cNvPr>
          <p:cNvSpPr txBox="1">
            <a:spLocks/>
          </p:cNvSpPr>
          <p:nvPr/>
        </p:nvSpPr>
        <p:spPr>
          <a:xfrm>
            <a:off x="4918998" y="3689518"/>
            <a:ext cx="5228929" cy="721480"/>
          </a:xfrm>
          <a:prstGeom prst="rect">
            <a:avLst/>
          </a:prstGeom>
        </p:spPr>
        <p:txBody>
          <a:bodyPr vert="horz" wrap="none" lIns="91440" tIns="45720" rIns="91440" bIns="45720" rtlCol="0" anchor="ctr">
            <a:noAutofit/>
          </a:bodyPr>
          <a:lstStyle>
            <a:lvl1pPr algn="l" defTabSz="914400" rtl="0" eaLnBrk="1" latinLnBrk="0" hangingPunct="1">
              <a:lnSpc>
                <a:spcPct val="90000"/>
              </a:lnSpc>
              <a:spcBef>
                <a:spcPct val="0"/>
              </a:spcBef>
              <a:buNone/>
              <a:defRPr sz="10000" kern="1200">
                <a:solidFill>
                  <a:schemeClr val="bg1"/>
                </a:solidFill>
                <a:latin typeface="Source Sans Pro" panose="020B0503030403020204" pitchFamily="34" charset="0"/>
                <a:ea typeface="Source Sans Pro" panose="020B0503030403020204" pitchFamily="34" charset="0"/>
                <a:cs typeface="+mj-cs"/>
              </a:defRPr>
            </a:lvl1pPr>
          </a:lstStyle>
          <a:p>
            <a:r>
              <a:rPr lang="en-US" sz="4800" dirty="0">
                <a:solidFill>
                  <a:schemeClr val="tx1"/>
                </a:solidFill>
                <a:latin typeface="Helvetica Neue Thin" panose="020B0403020202020204" pitchFamily="34" charset="0"/>
                <a:ea typeface="Helvetica Neue Thin" panose="020B0403020202020204" pitchFamily="34" charset="0"/>
              </a:rPr>
              <a:t>Staff</a:t>
            </a:r>
          </a:p>
        </p:txBody>
      </p:sp>
      <p:sp>
        <p:nvSpPr>
          <p:cNvPr id="9" name="Title 9">
            <a:extLst>
              <a:ext uri="{FF2B5EF4-FFF2-40B4-BE49-F238E27FC236}">
                <a16:creationId xmlns:a16="http://schemas.microsoft.com/office/drawing/2014/main" id="{874EF3E7-4359-CE2E-CAF1-C9D61F53BA79}"/>
              </a:ext>
            </a:extLst>
          </p:cNvPr>
          <p:cNvSpPr txBox="1">
            <a:spLocks/>
          </p:cNvSpPr>
          <p:nvPr/>
        </p:nvSpPr>
        <p:spPr>
          <a:xfrm>
            <a:off x="4918998" y="4828341"/>
            <a:ext cx="5228929" cy="721480"/>
          </a:xfrm>
          <a:prstGeom prst="rect">
            <a:avLst/>
          </a:prstGeom>
        </p:spPr>
        <p:txBody>
          <a:bodyPr vert="horz" wrap="none" lIns="91440" tIns="45720" rIns="91440" bIns="45720" rtlCol="0" anchor="ctr">
            <a:noAutofit/>
          </a:bodyPr>
          <a:lstStyle>
            <a:lvl1pPr algn="l" defTabSz="914400" rtl="0" eaLnBrk="1" latinLnBrk="0" hangingPunct="1">
              <a:lnSpc>
                <a:spcPct val="90000"/>
              </a:lnSpc>
              <a:spcBef>
                <a:spcPct val="0"/>
              </a:spcBef>
              <a:buNone/>
              <a:defRPr sz="10000" kern="1200">
                <a:solidFill>
                  <a:schemeClr val="bg1"/>
                </a:solidFill>
                <a:latin typeface="Source Sans Pro" panose="020B0503030403020204" pitchFamily="34" charset="0"/>
                <a:ea typeface="Source Sans Pro" panose="020B0503030403020204" pitchFamily="34" charset="0"/>
                <a:cs typeface="+mj-cs"/>
              </a:defRPr>
            </a:lvl1pPr>
          </a:lstStyle>
          <a:p>
            <a:r>
              <a:rPr lang="en-US" sz="4800" dirty="0">
                <a:solidFill>
                  <a:schemeClr val="tx1"/>
                </a:solidFill>
                <a:latin typeface="Helvetica Neue Thin" panose="020B0403020202020204" pitchFamily="34" charset="0"/>
                <a:ea typeface="Helvetica Neue Thin" panose="020B0403020202020204" pitchFamily="34" charset="0"/>
              </a:rPr>
              <a:t>Frontline</a:t>
            </a:r>
          </a:p>
        </p:txBody>
      </p:sp>
      <p:sp>
        <p:nvSpPr>
          <p:cNvPr id="10" name="Title 9">
            <a:extLst>
              <a:ext uri="{FF2B5EF4-FFF2-40B4-BE49-F238E27FC236}">
                <a16:creationId xmlns:a16="http://schemas.microsoft.com/office/drawing/2014/main" id="{E1ED3D14-A3B3-314F-A751-32ADDCF49857}"/>
              </a:ext>
            </a:extLst>
          </p:cNvPr>
          <p:cNvSpPr txBox="1">
            <a:spLocks/>
          </p:cNvSpPr>
          <p:nvPr/>
        </p:nvSpPr>
        <p:spPr>
          <a:xfrm>
            <a:off x="8436134" y="1411874"/>
            <a:ext cx="2916450" cy="721480"/>
          </a:xfrm>
          <a:prstGeom prst="rect">
            <a:avLst/>
          </a:prstGeom>
        </p:spPr>
        <p:txBody>
          <a:bodyPr vert="horz" wrap="none" lIns="91440" tIns="45720" rIns="91440" bIns="45720" rtlCol="0" anchor="ctr">
            <a:noAutofit/>
          </a:bodyPr>
          <a:lstStyle>
            <a:lvl1pPr algn="l" defTabSz="914400" rtl="0" eaLnBrk="1" latinLnBrk="0" hangingPunct="1">
              <a:lnSpc>
                <a:spcPct val="90000"/>
              </a:lnSpc>
              <a:spcBef>
                <a:spcPct val="0"/>
              </a:spcBef>
              <a:buNone/>
              <a:defRPr sz="10000" kern="1200">
                <a:solidFill>
                  <a:schemeClr val="bg1"/>
                </a:solidFill>
                <a:latin typeface="Source Sans Pro" panose="020B0503030403020204" pitchFamily="34" charset="0"/>
                <a:ea typeface="Source Sans Pro" panose="020B0503030403020204" pitchFamily="34" charset="0"/>
                <a:cs typeface="+mj-cs"/>
              </a:defRPr>
            </a:lvl1pPr>
          </a:lstStyle>
          <a:p>
            <a:r>
              <a:rPr lang="en-US" sz="4400" dirty="0">
                <a:solidFill>
                  <a:srgbClr val="C00000"/>
                </a:solidFill>
                <a:latin typeface="Consolas" panose="020B0609020204030204" pitchFamily="49" charset="0"/>
                <a:cs typeface="Consolas" panose="020B0609020204030204" pitchFamily="49" charset="0"/>
              </a:rPr>
              <a:t>ROI</a:t>
            </a:r>
          </a:p>
        </p:txBody>
      </p:sp>
      <p:sp>
        <p:nvSpPr>
          <p:cNvPr id="14" name="Title 9">
            <a:extLst>
              <a:ext uri="{FF2B5EF4-FFF2-40B4-BE49-F238E27FC236}">
                <a16:creationId xmlns:a16="http://schemas.microsoft.com/office/drawing/2014/main" id="{4AB0A74A-E4DD-B038-7722-A38C3FBC550D}"/>
              </a:ext>
            </a:extLst>
          </p:cNvPr>
          <p:cNvSpPr txBox="1">
            <a:spLocks/>
          </p:cNvSpPr>
          <p:nvPr/>
        </p:nvSpPr>
        <p:spPr>
          <a:xfrm>
            <a:off x="8462391" y="2550696"/>
            <a:ext cx="3384016" cy="721480"/>
          </a:xfrm>
          <a:prstGeom prst="rect">
            <a:avLst/>
          </a:prstGeom>
        </p:spPr>
        <p:txBody>
          <a:bodyPr vert="horz" wrap="none" lIns="91440" tIns="45720" rIns="91440" bIns="45720" rtlCol="0" anchor="ctr">
            <a:noAutofit/>
          </a:bodyPr>
          <a:lstStyle>
            <a:lvl1pPr algn="l" defTabSz="914400" rtl="0" eaLnBrk="1" latinLnBrk="0" hangingPunct="1">
              <a:lnSpc>
                <a:spcPct val="90000"/>
              </a:lnSpc>
              <a:spcBef>
                <a:spcPct val="0"/>
              </a:spcBef>
              <a:buNone/>
              <a:defRPr sz="10000" kern="1200">
                <a:solidFill>
                  <a:schemeClr val="bg1"/>
                </a:solidFill>
                <a:latin typeface="Source Sans Pro" panose="020B0503030403020204" pitchFamily="34" charset="0"/>
                <a:ea typeface="Source Sans Pro" panose="020B0503030403020204" pitchFamily="34" charset="0"/>
                <a:cs typeface="+mj-cs"/>
              </a:defRPr>
            </a:lvl1pPr>
          </a:lstStyle>
          <a:p>
            <a:r>
              <a:rPr lang="en-US" sz="4400" dirty="0">
                <a:solidFill>
                  <a:srgbClr val="C00000"/>
                </a:solidFill>
                <a:latin typeface="Consolas" panose="020B0609020204030204" pitchFamily="49" charset="0"/>
                <a:cs typeface="Consolas" panose="020B0609020204030204" pitchFamily="49" charset="0"/>
              </a:rPr>
              <a:t>CONTROL</a:t>
            </a:r>
          </a:p>
        </p:txBody>
      </p:sp>
      <p:sp>
        <p:nvSpPr>
          <p:cNvPr id="16" name="Title 9">
            <a:extLst>
              <a:ext uri="{FF2B5EF4-FFF2-40B4-BE49-F238E27FC236}">
                <a16:creationId xmlns:a16="http://schemas.microsoft.com/office/drawing/2014/main" id="{EE7081CC-3019-6370-BF6B-DA2C2C47C419}"/>
              </a:ext>
            </a:extLst>
          </p:cNvPr>
          <p:cNvSpPr txBox="1">
            <a:spLocks/>
          </p:cNvSpPr>
          <p:nvPr/>
        </p:nvSpPr>
        <p:spPr>
          <a:xfrm>
            <a:off x="8461825" y="3689518"/>
            <a:ext cx="3295076" cy="721480"/>
          </a:xfrm>
          <a:prstGeom prst="rect">
            <a:avLst/>
          </a:prstGeom>
        </p:spPr>
        <p:txBody>
          <a:bodyPr vert="horz" wrap="none" lIns="91440" tIns="45720" rIns="91440" bIns="45720" rtlCol="0" anchor="ctr">
            <a:noAutofit/>
          </a:bodyPr>
          <a:lstStyle>
            <a:lvl1pPr algn="l" defTabSz="914400" rtl="0" eaLnBrk="1" latinLnBrk="0" hangingPunct="1">
              <a:lnSpc>
                <a:spcPct val="90000"/>
              </a:lnSpc>
              <a:spcBef>
                <a:spcPct val="0"/>
              </a:spcBef>
              <a:buNone/>
              <a:defRPr sz="10000" kern="1200">
                <a:solidFill>
                  <a:schemeClr val="bg1"/>
                </a:solidFill>
                <a:latin typeface="Source Sans Pro" panose="020B0503030403020204" pitchFamily="34" charset="0"/>
                <a:ea typeface="Source Sans Pro" panose="020B0503030403020204" pitchFamily="34" charset="0"/>
                <a:cs typeface="+mj-cs"/>
              </a:defRPr>
            </a:lvl1pPr>
          </a:lstStyle>
          <a:p>
            <a:r>
              <a:rPr lang="en-US" sz="4400" dirty="0">
                <a:solidFill>
                  <a:srgbClr val="C00000"/>
                </a:solidFill>
                <a:latin typeface="Consolas" panose="020B0609020204030204" pitchFamily="49" charset="0"/>
                <a:cs typeface="Consolas" panose="020B0609020204030204" pitchFamily="49" charset="0"/>
              </a:rPr>
              <a:t>LIABILITY</a:t>
            </a:r>
          </a:p>
        </p:txBody>
      </p:sp>
      <p:sp>
        <p:nvSpPr>
          <p:cNvPr id="20" name="Title 9">
            <a:extLst>
              <a:ext uri="{FF2B5EF4-FFF2-40B4-BE49-F238E27FC236}">
                <a16:creationId xmlns:a16="http://schemas.microsoft.com/office/drawing/2014/main" id="{0A907E06-95D8-A4C3-E8A9-D67DACDDBE13}"/>
              </a:ext>
            </a:extLst>
          </p:cNvPr>
          <p:cNvSpPr txBox="1">
            <a:spLocks/>
          </p:cNvSpPr>
          <p:nvPr/>
        </p:nvSpPr>
        <p:spPr>
          <a:xfrm>
            <a:off x="8461824" y="4828341"/>
            <a:ext cx="2916451" cy="721480"/>
          </a:xfrm>
          <a:prstGeom prst="rect">
            <a:avLst/>
          </a:prstGeom>
        </p:spPr>
        <p:txBody>
          <a:bodyPr vert="horz" wrap="none" lIns="91440" tIns="45720" rIns="91440" bIns="45720" rtlCol="0" anchor="ctr">
            <a:noAutofit/>
          </a:bodyPr>
          <a:lstStyle>
            <a:lvl1pPr algn="l" defTabSz="914400" rtl="0" eaLnBrk="1" latinLnBrk="0" hangingPunct="1">
              <a:lnSpc>
                <a:spcPct val="90000"/>
              </a:lnSpc>
              <a:spcBef>
                <a:spcPct val="0"/>
              </a:spcBef>
              <a:buNone/>
              <a:defRPr sz="10000" kern="1200">
                <a:solidFill>
                  <a:schemeClr val="bg1"/>
                </a:solidFill>
                <a:latin typeface="Source Sans Pro" panose="020B0503030403020204" pitchFamily="34" charset="0"/>
                <a:ea typeface="Source Sans Pro" panose="020B0503030403020204" pitchFamily="34" charset="0"/>
                <a:cs typeface="+mj-cs"/>
              </a:defRPr>
            </a:lvl1pPr>
          </a:lstStyle>
          <a:p>
            <a:r>
              <a:rPr lang="en-US" sz="4400" dirty="0">
                <a:solidFill>
                  <a:srgbClr val="C00000"/>
                </a:solidFill>
                <a:latin typeface="Consolas" panose="020B0609020204030204" pitchFamily="49" charset="0"/>
                <a:cs typeface="Consolas" panose="020B0609020204030204" pitchFamily="49" charset="0"/>
              </a:rPr>
              <a:t>LAYOFFS</a:t>
            </a:r>
          </a:p>
        </p:txBody>
      </p:sp>
      <p:grpSp>
        <p:nvGrpSpPr>
          <p:cNvPr id="22" name="Group 21">
            <a:extLst>
              <a:ext uri="{FF2B5EF4-FFF2-40B4-BE49-F238E27FC236}">
                <a16:creationId xmlns:a16="http://schemas.microsoft.com/office/drawing/2014/main" id="{C31DE427-42E2-3075-E0BD-E982ECFD1AF9}"/>
              </a:ext>
            </a:extLst>
          </p:cNvPr>
          <p:cNvGrpSpPr/>
          <p:nvPr/>
        </p:nvGrpSpPr>
        <p:grpSpPr>
          <a:xfrm>
            <a:off x="4918998" y="2293814"/>
            <a:ext cx="6325449" cy="2293144"/>
            <a:chOff x="5951984" y="2132856"/>
            <a:chExt cx="5328592" cy="2736304"/>
          </a:xfrm>
        </p:grpSpPr>
        <p:cxnSp>
          <p:nvCxnSpPr>
            <p:cNvPr id="23" name="Straight Connector 22">
              <a:extLst>
                <a:ext uri="{FF2B5EF4-FFF2-40B4-BE49-F238E27FC236}">
                  <a16:creationId xmlns:a16="http://schemas.microsoft.com/office/drawing/2014/main" id="{B89307B9-AF91-DFD0-73A3-F0C33C5FB1A2}"/>
                </a:ext>
              </a:extLst>
            </p:cNvPr>
            <p:cNvCxnSpPr>
              <a:cxnSpLocks/>
            </p:cNvCxnSpPr>
            <p:nvPr/>
          </p:nvCxnSpPr>
          <p:spPr>
            <a:xfrm>
              <a:off x="5951984" y="2132856"/>
              <a:ext cx="5328592"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62FC8DCA-3EC6-4A90-982A-37F80C44E425}"/>
                </a:ext>
              </a:extLst>
            </p:cNvPr>
            <p:cNvCxnSpPr>
              <a:cxnSpLocks/>
            </p:cNvCxnSpPr>
            <p:nvPr/>
          </p:nvCxnSpPr>
          <p:spPr>
            <a:xfrm>
              <a:off x="5951984" y="3573016"/>
              <a:ext cx="5328592"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7CB57E4-A893-53B7-F5E8-EFFAAC0B42A5}"/>
                </a:ext>
              </a:extLst>
            </p:cNvPr>
            <p:cNvCxnSpPr>
              <a:cxnSpLocks/>
            </p:cNvCxnSpPr>
            <p:nvPr/>
          </p:nvCxnSpPr>
          <p:spPr>
            <a:xfrm>
              <a:off x="5951984" y="4869160"/>
              <a:ext cx="5328592"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sp>
        <p:nvSpPr>
          <p:cNvPr id="3" name="TextBox 2">
            <a:extLst>
              <a:ext uri="{FF2B5EF4-FFF2-40B4-BE49-F238E27FC236}">
                <a16:creationId xmlns:a16="http://schemas.microsoft.com/office/drawing/2014/main" id="{A0E54530-229A-5387-E001-B8246DDB2829}"/>
              </a:ext>
            </a:extLst>
          </p:cNvPr>
          <p:cNvSpPr txBox="1"/>
          <p:nvPr/>
        </p:nvSpPr>
        <p:spPr>
          <a:xfrm>
            <a:off x="1761367" y="2533432"/>
            <a:ext cx="2116538" cy="1330408"/>
          </a:xfrm>
          <a:prstGeom prst="rect">
            <a:avLst/>
          </a:prstGeom>
          <a:noFill/>
        </p:spPr>
        <p:txBody>
          <a:bodyPr wrap="none" lIns="0" rIns="180000" anchor="ctr" anchorCtr="0">
            <a:noAutofit/>
          </a:bodyPr>
          <a:lstStyle/>
          <a:p>
            <a:pPr algn="r"/>
            <a:r>
              <a:rPr lang="en-US" sz="13800" dirty="0">
                <a:solidFill>
                  <a:srgbClr val="C00000"/>
                </a:solidFill>
                <a:latin typeface="Helvetica Neue Thin" panose="020B0403020202020204" pitchFamily="34" charset="0"/>
                <a:ea typeface="Helvetica Neue Thin" panose="020B0403020202020204" pitchFamily="34" charset="0"/>
                <a:cs typeface="Calibri" panose="020F0502020204030204" pitchFamily="34" charset="0"/>
              </a:rPr>
              <a:t>Fear</a:t>
            </a:r>
          </a:p>
        </p:txBody>
      </p:sp>
    </p:spTree>
    <p:extLst>
      <p:ext uri="{BB962C8B-B14F-4D97-AF65-F5344CB8AC3E}">
        <p14:creationId xmlns:p14="http://schemas.microsoft.com/office/powerpoint/2010/main" val="1484276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2DB6F-58E2-8F72-639C-D645ED39CE7A}"/>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10FFDA71-5A49-36C7-F1B2-CA5278DD2F2D}"/>
              </a:ext>
            </a:extLst>
          </p:cNvPr>
          <p:cNvSpPr txBox="1"/>
          <p:nvPr/>
        </p:nvSpPr>
        <p:spPr>
          <a:xfrm>
            <a:off x="1761367" y="2600228"/>
            <a:ext cx="2116538" cy="1330408"/>
          </a:xfrm>
          <a:prstGeom prst="rect">
            <a:avLst/>
          </a:prstGeom>
          <a:noFill/>
        </p:spPr>
        <p:txBody>
          <a:bodyPr wrap="none" lIns="0" rIns="180000" anchor="ctr" anchorCtr="0">
            <a:noAutofit/>
          </a:bodyPr>
          <a:lstStyle/>
          <a:p>
            <a:pPr algn="r"/>
            <a:r>
              <a:rPr lang="en-US" sz="13800" dirty="0">
                <a:solidFill>
                  <a:srgbClr val="C00000"/>
                </a:solidFill>
                <a:latin typeface="Helvetica Neue Thin" panose="020B0403020202020204" pitchFamily="34" charset="0"/>
                <a:ea typeface="Helvetica Neue Thin" panose="020B0403020202020204" pitchFamily="34" charset="0"/>
                <a:cs typeface="Calibri" panose="020F0502020204030204" pitchFamily="34" charset="0"/>
              </a:rPr>
              <a:t>Fear</a:t>
            </a:r>
          </a:p>
        </p:txBody>
      </p:sp>
      <p:sp>
        <p:nvSpPr>
          <p:cNvPr id="18" name="TextBox 17">
            <a:extLst>
              <a:ext uri="{FF2B5EF4-FFF2-40B4-BE49-F238E27FC236}">
                <a16:creationId xmlns:a16="http://schemas.microsoft.com/office/drawing/2014/main" id="{C9820584-7EC7-3FFE-7566-1063F0F5E710}"/>
              </a:ext>
            </a:extLst>
          </p:cNvPr>
          <p:cNvSpPr txBox="1"/>
          <p:nvPr/>
        </p:nvSpPr>
        <p:spPr>
          <a:xfrm>
            <a:off x="6023992" y="850064"/>
            <a:ext cx="6939335" cy="1073444"/>
          </a:xfrm>
          <a:prstGeom prst="rect">
            <a:avLst/>
          </a:prstGeom>
          <a:noFill/>
        </p:spPr>
        <p:txBody>
          <a:bodyPr wrap="none" lIns="216000" anchor="ctr" anchorCtr="0">
            <a:noAutofit/>
          </a:bodyPr>
          <a:lstStyle/>
          <a:p>
            <a:r>
              <a:rPr lang="en-US" sz="8800" dirty="0">
                <a:solidFill>
                  <a:schemeClr val="tx1">
                    <a:lumMod val="65000"/>
                    <a:lumOff val="35000"/>
                  </a:schemeClr>
                </a:solidFill>
                <a:latin typeface="Helvetica Neue Thin" panose="020B0403020202020204" pitchFamily="34" charset="0"/>
                <a:ea typeface="Helvetica Neue Thin" panose="020B0403020202020204" pitchFamily="34" charset="0"/>
                <a:cs typeface="Calibri" panose="020F0502020204030204" pitchFamily="34" charset="0"/>
              </a:rPr>
              <a:t>Agency</a:t>
            </a:r>
          </a:p>
        </p:txBody>
      </p:sp>
      <p:sp>
        <p:nvSpPr>
          <p:cNvPr id="3" name="TextBox 2">
            <a:extLst>
              <a:ext uri="{FF2B5EF4-FFF2-40B4-BE49-F238E27FC236}">
                <a16:creationId xmlns:a16="http://schemas.microsoft.com/office/drawing/2014/main" id="{AB788FD7-D743-25B3-2041-D3DFCAEC4220}"/>
              </a:ext>
            </a:extLst>
          </p:cNvPr>
          <p:cNvSpPr txBox="1"/>
          <p:nvPr/>
        </p:nvSpPr>
        <p:spPr>
          <a:xfrm>
            <a:off x="6023992" y="2191988"/>
            <a:ext cx="6939335" cy="1073444"/>
          </a:xfrm>
          <a:prstGeom prst="rect">
            <a:avLst/>
          </a:prstGeom>
          <a:noFill/>
        </p:spPr>
        <p:txBody>
          <a:bodyPr wrap="none" lIns="216000" anchor="ctr" anchorCtr="0">
            <a:noAutofit/>
          </a:bodyPr>
          <a:lstStyle/>
          <a:p>
            <a:r>
              <a:rPr lang="en-US" sz="8800" dirty="0">
                <a:solidFill>
                  <a:schemeClr val="tx1">
                    <a:lumMod val="65000"/>
                    <a:lumOff val="35000"/>
                  </a:schemeClr>
                </a:solidFill>
                <a:latin typeface="Helvetica Neue Thin" panose="020B0403020202020204" pitchFamily="34" charset="0"/>
                <a:ea typeface="Helvetica Neue Thin" panose="020B0403020202020204" pitchFamily="34" charset="0"/>
                <a:cs typeface="Calibri" panose="020F0502020204030204" pitchFamily="34" charset="0"/>
              </a:rPr>
              <a:t>Knowledge</a:t>
            </a:r>
          </a:p>
        </p:txBody>
      </p:sp>
      <p:sp>
        <p:nvSpPr>
          <p:cNvPr id="4" name="TextBox 3">
            <a:extLst>
              <a:ext uri="{FF2B5EF4-FFF2-40B4-BE49-F238E27FC236}">
                <a16:creationId xmlns:a16="http://schemas.microsoft.com/office/drawing/2014/main" id="{6AA6BD56-7CE4-FA3B-AAFD-F60931C10642}"/>
              </a:ext>
            </a:extLst>
          </p:cNvPr>
          <p:cNvSpPr txBox="1"/>
          <p:nvPr/>
        </p:nvSpPr>
        <p:spPr>
          <a:xfrm>
            <a:off x="6023992" y="3533912"/>
            <a:ext cx="6939335" cy="1073444"/>
          </a:xfrm>
          <a:prstGeom prst="rect">
            <a:avLst/>
          </a:prstGeom>
          <a:noFill/>
        </p:spPr>
        <p:txBody>
          <a:bodyPr wrap="none" lIns="216000" anchor="ctr" anchorCtr="0">
            <a:noAutofit/>
          </a:bodyPr>
          <a:lstStyle/>
          <a:p>
            <a:r>
              <a:rPr lang="en-US" sz="8800" dirty="0">
                <a:solidFill>
                  <a:schemeClr val="tx1">
                    <a:lumMod val="65000"/>
                    <a:lumOff val="35000"/>
                  </a:schemeClr>
                </a:solidFill>
                <a:latin typeface="Helvetica Neue Thin" panose="020B0403020202020204" pitchFamily="34" charset="0"/>
                <a:ea typeface="Helvetica Neue Thin" panose="020B0403020202020204" pitchFamily="34" charset="0"/>
                <a:cs typeface="Calibri" panose="020F0502020204030204" pitchFamily="34" charset="0"/>
              </a:rPr>
              <a:t>Trust</a:t>
            </a:r>
          </a:p>
        </p:txBody>
      </p:sp>
      <p:sp>
        <p:nvSpPr>
          <p:cNvPr id="5" name="TextBox 4">
            <a:extLst>
              <a:ext uri="{FF2B5EF4-FFF2-40B4-BE49-F238E27FC236}">
                <a16:creationId xmlns:a16="http://schemas.microsoft.com/office/drawing/2014/main" id="{23161F68-DC99-4044-C4F0-3BC32D95AD5A}"/>
              </a:ext>
            </a:extLst>
          </p:cNvPr>
          <p:cNvSpPr txBox="1"/>
          <p:nvPr/>
        </p:nvSpPr>
        <p:spPr>
          <a:xfrm>
            <a:off x="6023992" y="4875836"/>
            <a:ext cx="6939335" cy="1073444"/>
          </a:xfrm>
          <a:prstGeom prst="rect">
            <a:avLst/>
          </a:prstGeom>
          <a:noFill/>
        </p:spPr>
        <p:txBody>
          <a:bodyPr wrap="none" lIns="216000" anchor="ctr" anchorCtr="0">
            <a:noAutofit/>
          </a:bodyPr>
          <a:lstStyle/>
          <a:p>
            <a:r>
              <a:rPr lang="en-US" sz="8800" dirty="0">
                <a:solidFill>
                  <a:schemeClr val="tx1">
                    <a:lumMod val="65000"/>
                    <a:lumOff val="35000"/>
                  </a:schemeClr>
                </a:solidFill>
                <a:latin typeface="Helvetica Neue Thin" panose="020B0403020202020204" pitchFamily="34" charset="0"/>
                <a:ea typeface="Helvetica Neue Thin" panose="020B0403020202020204" pitchFamily="34" charset="0"/>
                <a:cs typeface="Calibri" panose="020F0502020204030204" pitchFamily="34" charset="0"/>
              </a:rPr>
              <a:t>Self Interest</a:t>
            </a:r>
          </a:p>
        </p:txBody>
      </p:sp>
      <p:cxnSp>
        <p:nvCxnSpPr>
          <p:cNvPr id="7" name="Straight Connector 6">
            <a:extLst>
              <a:ext uri="{FF2B5EF4-FFF2-40B4-BE49-F238E27FC236}">
                <a16:creationId xmlns:a16="http://schemas.microsoft.com/office/drawing/2014/main" id="{B5F2A13B-DEB4-0E93-4018-4629B76324E9}"/>
              </a:ext>
            </a:extLst>
          </p:cNvPr>
          <p:cNvCxnSpPr>
            <a:stCxn id="18" idx="1"/>
            <a:endCxn id="15" idx="3"/>
          </p:cNvCxnSpPr>
          <p:nvPr/>
        </p:nvCxnSpPr>
        <p:spPr>
          <a:xfrm flipH="1">
            <a:off x="3877905" y="1386786"/>
            <a:ext cx="2146087" cy="1878646"/>
          </a:xfrm>
          <a:prstGeom prst="line">
            <a:avLst/>
          </a:prstGeom>
          <a:ln w="19050">
            <a:solidFill>
              <a:srgbClr val="C00000"/>
            </a:solidFill>
            <a:headEnd type="ova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FFE5371-926F-211A-4403-FB3133589B29}"/>
              </a:ext>
            </a:extLst>
          </p:cNvPr>
          <p:cNvCxnSpPr>
            <a:cxnSpLocks/>
            <a:stCxn id="3" idx="1"/>
            <a:endCxn id="15" idx="3"/>
          </p:cNvCxnSpPr>
          <p:nvPr/>
        </p:nvCxnSpPr>
        <p:spPr>
          <a:xfrm flipH="1">
            <a:off x="3877905" y="2728710"/>
            <a:ext cx="2146087" cy="536722"/>
          </a:xfrm>
          <a:prstGeom prst="line">
            <a:avLst/>
          </a:prstGeom>
          <a:ln w="19050">
            <a:solidFill>
              <a:srgbClr val="C00000"/>
            </a:solidFill>
            <a:headEnd type="ova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6A1C245-3C49-6417-8E30-FEE272ECEEF4}"/>
              </a:ext>
            </a:extLst>
          </p:cNvPr>
          <p:cNvCxnSpPr>
            <a:cxnSpLocks/>
            <a:stCxn id="4" idx="1"/>
            <a:endCxn id="15" idx="3"/>
          </p:cNvCxnSpPr>
          <p:nvPr/>
        </p:nvCxnSpPr>
        <p:spPr>
          <a:xfrm flipH="1" flipV="1">
            <a:off x="3877905" y="3265432"/>
            <a:ext cx="2146087" cy="805202"/>
          </a:xfrm>
          <a:prstGeom prst="line">
            <a:avLst/>
          </a:prstGeom>
          <a:ln w="19050">
            <a:solidFill>
              <a:srgbClr val="C00000"/>
            </a:solidFill>
            <a:headEnd type="ova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6D88E98-4E38-4391-72FC-41A380E8318D}"/>
              </a:ext>
            </a:extLst>
          </p:cNvPr>
          <p:cNvCxnSpPr>
            <a:cxnSpLocks/>
            <a:stCxn id="5" idx="1"/>
            <a:endCxn id="15" idx="3"/>
          </p:cNvCxnSpPr>
          <p:nvPr/>
        </p:nvCxnSpPr>
        <p:spPr>
          <a:xfrm flipH="1" flipV="1">
            <a:off x="3877905" y="3265432"/>
            <a:ext cx="2146087" cy="2147126"/>
          </a:xfrm>
          <a:prstGeom prst="line">
            <a:avLst/>
          </a:prstGeom>
          <a:ln w="19050">
            <a:solidFill>
              <a:srgbClr val="C00000"/>
            </a:solidFill>
            <a:headEnd type="ova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F5F3991C-52F3-FEA1-805B-5D369ED79456}"/>
              </a:ext>
            </a:extLst>
          </p:cNvPr>
          <p:cNvSpPr txBox="1"/>
          <p:nvPr/>
        </p:nvSpPr>
        <p:spPr>
          <a:xfrm>
            <a:off x="443372" y="221080"/>
            <a:ext cx="2880320" cy="326653"/>
          </a:xfrm>
          <a:prstGeom prst="rect">
            <a:avLst/>
          </a:prstGeom>
          <a:noFill/>
        </p:spPr>
        <p:txBody>
          <a:bodyPr wrap="none" lIns="0" anchor="ctr" anchorCtr="0">
            <a:noAutofit/>
          </a:bodyPr>
          <a:lstStyle/>
          <a:p>
            <a:r>
              <a:rPr lang="en-US" sz="1400" dirty="0">
                <a:solidFill>
                  <a:schemeClr val="tx1">
                    <a:lumMod val="50000"/>
                    <a:lumOff val="50000"/>
                  </a:schemeClr>
                </a:solidFill>
                <a:latin typeface="Consolas" panose="020B0609020204030204" pitchFamily="49" charset="0"/>
                <a:ea typeface="Helvetica Neue Thin" panose="020B0403020202020204" pitchFamily="34" charset="0"/>
                <a:cs typeface="Consolas" panose="020B0609020204030204" pitchFamily="49" charset="0"/>
              </a:rPr>
              <a:t>AI IS A TEAM SPORT</a:t>
            </a:r>
          </a:p>
        </p:txBody>
      </p:sp>
    </p:spTree>
    <p:extLst>
      <p:ext uri="{BB962C8B-B14F-4D97-AF65-F5344CB8AC3E}">
        <p14:creationId xmlns:p14="http://schemas.microsoft.com/office/powerpoint/2010/main" val="1991675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D8677-3A5E-6078-7A65-B16FF3D6707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71569D-CC31-BFF6-DB74-1129848429C9}"/>
              </a:ext>
            </a:extLst>
          </p:cNvPr>
          <p:cNvSpPr txBox="1"/>
          <p:nvPr/>
        </p:nvSpPr>
        <p:spPr>
          <a:xfrm>
            <a:off x="647559" y="1052736"/>
            <a:ext cx="9984432" cy="2262098"/>
          </a:xfrm>
          <a:prstGeom prst="rect">
            <a:avLst/>
          </a:prstGeom>
          <a:noFill/>
        </p:spPr>
        <p:txBody>
          <a:bodyPr wrap="none" lIns="0" anchor="ctr" anchorCtr="0">
            <a:noAutofit/>
          </a:bodyPr>
          <a:lstStyle/>
          <a:p>
            <a:r>
              <a:rPr lang="en-US" sz="13800" dirty="0">
                <a:solidFill>
                  <a:srgbClr val="C00000"/>
                </a:solidFill>
                <a:latin typeface="Helvetica Neue Thin" panose="020B0403020202020204" pitchFamily="34" charset="0"/>
                <a:ea typeface="Helvetica Neue Thin" panose="020B0403020202020204" pitchFamily="34" charset="0"/>
                <a:cs typeface="Consolas" panose="020B0609020204030204" pitchFamily="49" charset="0"/>
              </a:rPr>
              <a:t>Agency</a:t>
            </a:r>
          </a:p>
        </p:txBody>
      </p:sp>
      <p:sp>
        <p:nvSpPr>
          <p:cNvPr id="6" name="TextBox 5">
            <a:extLst>
              <a:ext uri="{FF2B5EF4-FFF2-40B4-BE49-F238E27FC236}">
                <a16:creationId xmlns:a16="http://schemas.microsoft.com/office/drawing/2014/main" id="{1024B6D8-C4A0-DF8D-E0D9-A85D055D7E17}"/>
              </a:ext>
            </a:extLst>
          </p:cNvPr>
          <p:cNvSpPr txBox="1"/>
          <p:nvPr/>
        </p:nvSpPr>
        <p:spPr>
          <a:xfrm>
            <a:off x="2072556" y="3314834"/>
            <a:ext cx="9784084" cy="2262098"/>
          </a:xfrm>
          <a:prstGeom prst="rect">
            <a:avLst/>
          </a:prstGeom>
          <a:noFill/>
        </p:spPr>
        <p:txBody>
          <a:bodyPr wrap="none" lIns="0" anchor="ctr" anchorCtr="0">
            <a:noAutofit/>
          </a:bodyPr>
          <a:lstStyle/>
          <a:p>
            <a:pPr algn="r"/>
            <a:r>
              <a:rPr lang="en-US" sz="9600" dirty="0">
                <a:solidFill>
                  <a:schemeClr val="tx1">
                    <a:lumMod val="65000"/>
                    <a:lumOff val="35000"/>
                  </a:schemeClr>
                </a:solidFill>
                <a:latin typeface="Consolas" panose="020B0609020204030204" pitchFamily="49" charset="0"/>
                <a:ea typeface="Helvetica Neue Thin" panose="020B0403020202020204" pitchFamily="34" charset="0"/>
                <a:cs typeface="Consolas" panose="020B0609020204030204" pitchFamily="49" charset="0"/>
              </a:rPr>
              <a:t>CO-CREATION</a:t>
            </a:r>
          </a:p>
        </p:txBody>
      </p:sp>
      <p:pic>
        <p:nvPicPr>
          <p:cNvPr id="7" name="Graphic 6" descr="Arrow Right with solid fill">
            <a:extLst>
              <a:ext uri="{FF2B5EF4-FFF2-40B4-BE49-F238E27FC236}">
                <a16:creationId xmlns:a16="http://schemas.microsoft.com/office/drawing/2014/main" id="{A158C5DC-C38C-1C83-71C4-B5CD3B8BC1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1452" y="3849843"/>
            <a:ext cx="1344479" cy="1344479"/>
          </a:xfrm>
          <a:prstGeom prst="rect">
            <a:avLst/>
          </a:prstGeom>
        </p:spPr>
      </p:pic>
      <p:sp>
        <p:nvSpPr>
          <p:cNvPr id="10" name="TextBox 9">
            <a:extLst>
              <a:ext uri="{FF2B5EF4-FFF2-40B4-BE49-F238E27FC236}">
                <a16:creationId xmlns:a16="http://schemas.microsoft.com/office/drawing/2014/main" id="{6C90D760-65FA-9D5E-E0AB-3DCF0B4272B5}"/>
              </a:ext>
            </a:extLst>
          </p:cNvPr>
          <p:cNvSpPr txBox="1"/>
          <p:nvPr/>
        </p:nvSpPr>
        <p:spPr>
          <a:xfrm>
            <a:off x="443372" y="221080"/>
            <a:ext cx="2880320" cy="326653"/>
          </a:xfrm>
          <a:prstGeom prst="rect">
            <a:avLst/>
          </a:prstGeom>
          <a:noFill/>
        </p:spPr>
        <p:txBody>
          <a:bodyPr wrap="none" lIns="0" anchor="ctr" anchorCtr="0">
            <a:noAutofit/>
          </a:bodyPr>
          <a:lstStyle/>
          <a:p>
            <a:r>
              <a:rPr lang="en-US" sz="1400" dirty="0">
                <a:solidFill>
                  <a:schemeClr val="tx1">
                    <a:lumMod val="50000"/>
                    <a:lumOff val="50000"/>
                  </a:schemeClr>
                </a:solidFill>
                <a:latin typeface="Consolas" panose="020B0609020204030204" pitchFamily="49" charset="0"/>
                <a:ea typeface="Helvetica Neue Thin" panose="020B0403020202020204" pitchFamily="34" charset="0"/>
                <a:cs typeface="Consolas" panose="020B0609020204030204" pitchFamily="49" charset="0"/>
              </a:rPr>
              <a:t>AI IS A TEAM SPORT</a:t>
            </a:r>
          </a:p>
        </p:txBody>
      </p:sp>
    </p:spTree>
    <p:extLst>
      <p:ext uri="{BB962C8B-B14F-4D97-AF65-F5344CB8AC3E}">
        <p14:creationId xmlns:p14="http://schemas.microsoft.com/office/powerpoint/2010/main" val="43099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804FB-E130-CDBA-D5FC-3DB6F878893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7A91CD7-E4FB-3A08-FA2D-AE9E3B369DD7}"/>
              </a:ext>
            </a:extLst>
          </p:cNvPr>
          <p:cNvPicPr>
            <a:picLocks noChangeAspect="1"/>
          </p:cNvPicPr>
          <p:nvPr/>
        </p:nvPicPr>
        <p:blipFill>
          <a:blip r:embed="rId3"/>
          <a:stretch>
            <a:fillRect/>
          </a:stretch>
        </p:blipFill>
        <p:spPr>
          <a:xfrm>
            <a:off x="12432704" y="23864"/>
            <a:ext cx="12742084" cy="6858000"/>
          </a:xfrm>
          <a:prstGeom prst="rect">
            <a:avLst/>
          </a:prstGeom>
        </p:spPr>
      </p:pic>
      <p:sp>
        <p:nvSpPr>
          <p:cNvPr id="15" name="TextBox 14">
            <a:extLst>
              <a:ext uri="{FF2B5EF4-FFF2-40B4-BE49-F238E27FC236}">
                <a16:creationId xmlns:a16="http://schemas.microsoft.com/office/drawing/2014/main" id="{68501B82-A682-3197-4C25-76FB28741935}"/>
              </a:ext>
            </a:extLst>
          </p:cNvPr>
          <p:cNvSpPr txBox="1"/>
          <p:nvPr/>
        </p:nvSpPr>
        <p:spPr>
          <a:xfrm>
            <a:off x="647559" y="1052736"/>
            <a:ext cx="9984432" cy="2262098"/>
          </a:xfrm>
          <a:prstGeom prst="rect">
            <a:avLst/>
          </a:prstGeom>
          <a:noFill/>
        </p:spPr>
        <p:txBody>
          <a:bodyPr wrap="none" lIns="0" anchor="ctr" anchorCtr="0">
            <a:noAutofit/>
          </a:bodyPr>
          <a:lstStyle/>
          <a:p>
            <a:r>
              <a:rPr lang="en-US" sz="13800" dirty="0">
                <a:solidFill>
                  <a:srgbClr val="C00000"/>
                </a:solidFill>
                <a:latin typeface="Helvetica Neue Thin" panose="020B0403020202020204" pitchFamily="34" charset="0"/>
                <a:ea typeface="Helvetica Neue Thin" panose="020B0403020202020204" pitchFamily="34" charset="0"/>
                <a:cs typeface="Consolas" panose="020B0609020204030204" pitchFamily="49" charset="0"/>
              </a:rPr>
              <a:t>Knowledge</a:t>
            </a:r>
          </a:p>
        </p:txBody>
      </p:sp>
      <p:sp>
        <p:nvSpPr>
          <p:cNvPr id="5" name="TextBox 4">
            <a:extLst>
              <a:ext uri="{FF2B5EF4-FFF2-40B4-BE49-F238E27FC236}">
                <a16:creationId xmlns:a16="http://schemas.microsoft.com/office/drawing/2014/main" id="{71EE088B-46E1-EDC4-12E3-2BBBD03AF330}"/>
              </a:ext>
            </a:extLst>
          </p:cNvPr>
          <p:cNvSpPr txBox="1"/>
          <p:nvPr/>
        </p:nvSpPr>
        <p:spPr>
          <a:xfrm>
            <a:off x="1271464" y="3314834"/>
            <a:ext cx="9784084" cy="2262098"/>
          </a:xfrm>
          <a:prstGeom prst="rect">
            <a:avLst/>
          </a:prstGeom>
          <a:noFill/>
        </p:spPr>
        <p:txBody>
          <a:bodyPr wrap="none" lIns="0" anchor="ctr" anchorCtr="0">
            <a:noAutofit/>
          </a:bodyPr>
          <a:lstStyle/>
          <a:p>
            <a:pPr algn="r"/>
            <a:r>
              <a:rPr lang="en-US" sz="9600" dirty="0">
                <a:solidFill>
                  <a:schemeClr val="tx1">
                    <a:lumMod val="65000"/>
                    <a:lumOff val="35000"/>
                  </a:schemeClr>
                </a:solidFill>
                <a:latin typeface="Consolas" panose="020B0609020204030204" pitchFamily="49" charset="0"/>
                <a:ea typeface="Helvetica Neue Thin" panose="020B0403020202020204" pitchFamily="34" charset="0"/>
                <a:cs typeface="Consolas" panose="020B0609020204030204" pitchFamily="49" charset="0"/>
              </a:rPr>
              <a:t>TRAINING</a:t>
            </a:r>
          </a:p>
        </p:txBody>
      </p:sp>
      <p:pic>
        <p:nvPicPr>
          <p:cNvPr id="9" name="Graphic 8" descr="Arrow Right with solid fill">
            <a:extLst>
              <a:ext uri="{FF2B5EF4-FFF2-40B4-BE49-F238E27FC236}">
                <a16:creationId xmlns:a16="http://schemas.microsoft.com/office/drawing/2014/main" id="{05BF4C07-C01C-5C5C-CDFD-63B3A3B091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35760" y="3773643"/>
            <a:ext cx="1344479" cy="1344479"/>
          </a:xfrm>
          <a:prstGeom prst="rect">
            <a:avLst/>
          </a:prstGeom>
        </p:spPr>
      </p:pic>
      <p:sp>
        <p:nvSpPr>
          <p:cNvPr id="22" name="TextBox 21">
            <a:extLst>
              <a:ext uri="{FF2B5EF4-FFF2-40B4-BE49-F238E27FC236}">
                <a16:creationId xmlns:a16="http://schemas.microsoft.com/office/drawing/2014/main" id="{15587B1A-704A-F541-2129-502EA7706FB5}"/>
              </a:ext>
            </a:extLst>
          </p:cNvPr>
          <p:cNvSpPr txBox="1"/>
          <p:nvPr/>
        </p:nvSpPr>
        <p:spPr>
          <a:xfrm>
            <a:off x="443372" y="221080"/>
            <a:ext cx="2880320" cy="326653"/>
          </a:xfrm>
          <a:prstGeom prst="rect">
            <a:avLst/>
          </a:prstGeom>
          <a:noFill/>
        </p:spPr>
        <p:txBody>
          <a:bodyPr wrap="none" lIns="0" anchor="ctr" anchorCtr="0">
            <a:noAutofit/>
          </a:bodyPr>
          <a:lstStyle/>
          <a:p>
            <a:r>
              <a:rPr lang="en-US" sz="1400" dirty="0">
                <a:solidFill>
                  <a:schemeClr val="tx1">
                    <a:lumMod val="50000"/>
                    <a:lumOff val="50000"/>
                  </a:schemeClr>
                </a:solidFill>
                <a:latin typeface="Consolas" panose="020B0609020204030204" pitchFamily="49" charset="0"/>
                <a:ea typeface="Helvetica Neue Thin" panose="020B0403020202020204" pitchFamily="34" charset="0"/>
                <a:cs typeface="Consolas" panose="020B0609020204030204" pitchFamily="49" charset="0"/>
              </a:rPr>
              <a:t>AI IS A TEAM SPORT</a:t>
            </a:r>
          </a:p>
        </p:txBody>
      </p:sp>
    </p:spTree>
    <p:extLst>
      <p:ext uri="{BB962C8B-B14F-4D97-AF65-F5344CB8AC3E}">
        <p14:creationId xmlns:p14="http://schemas.microsoft.com/office/powerpoint/2010/main" val="669915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EE51A-6103-57F2-887C-BE72BB1DDD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1C96F71-72B1-3F27-45D0-36EF93BADF6D}"/>
              </a:ext>
            </a:extLst>
          </p:cNvPr>
          <p:cNvSpPr/>
          <p:nvPr/>
        </p:nvSpPr>
        <p:spPr>
          <a:xfrm>
            <a:off x="407368" y="1268760"/>
            <a:ext cx="3528392" cy="453650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endParaRPr>
          </a:p>
        </p:txBody>
      </p:sp>
      <p:sp>
        <p:nvSpPr>
          <p:cNvPr id="2" name="TextBox 1">
            <a:extLst>
              <a:ext uri="{FF2B5EF4-FFF2-40B4-BE49-F238E27FC236}">
                <a16:creationId xmlns:a16="http://schemas.microsoft.com/office/drawing/2014/main" id="{C15C4BAD-C15D-DFBD-6111-D46C3CA2CFD0}"/>
              </a:ext>
            </a:extLst>
          </p:cNvPr>
          <p:cNvSpPr txBox="1"/>
          <p:nvPr/>
        </p:nvSpPr>
        <p:spPr>
          <a:xfrm>
            <a:off x="647559" y="1052736"/>
            <a:ext cx="9984432" cy="2262098"/>
          </a:xfrm>
          <a:prstGeom prst="rect">
            <a:avLst/>
          </a:prstGeom>
          <a:noFill/>
        </p:spPr>
        <p:txBody>
          <a:bodyPr wrap="none" lIns="0" anchor="ctr" anchorCtr="0">
            <a:noAutofit/>
          </a:bodyPr>
          <a:lstStyle/>
          <a:p>
            <a:r>
              <a:rPr lang="en-US" sz="13800" dirty="0">
                <a:solidFill>
                  <a:srgbClr val="C00000"/>
                </a:solidFill>
                <a:latin typeface="Helvetica Neue Thin" panose="020B0403020202020204" pitchFamily="34" charset="0"/>
                <a:ea typeface="Helvetica Neue Thin" panose="020B0403020202020204" pitchFamily="34" charset="0"/>
                <a:cs typeface="Consolas" panose="020B0609020204030204" pitchFamily="49" charset="0"/>
              </a:rPr>
              <a:t>Trust</a:t>
            </a:r>
          </a:p>
        </p:txBody>
      </p:sp>
      <p:sp>
        <p:nvSpPr>
          <p:cNvPr id="5" name="TextBox 4">
            <a:extLst>
              <a:ext uri="{FF2B5EF4-FFF2-40B4-BE49-F238E27FC236}">
                <a16:creationId xmlns:a16="http://schemas.microsoft.com/office/drawing/2014/main" id="{D2ABE996-38A8-5A8B-2C30-70660B9BA114}"/>
              </a:ext>
            </a:extLst>
          </p:cNvPr>
          <p:cNvSpPr txBox="1"/>
          <p:nvPr/>
        </p:nvSpPr>
        <p:spPr>
          <a:xfrm>
            <a:off x="1271464" y="3314834"/>
            <a:ext cx="9784084" cy="2262098"/>
          </a:xfrm>
          <a:prstGeom prst="rect">
            <a:avLst/>
          </a:prstGeom>
          <a:noFill/>
        </p:spPr>
        <p:txBody>
          <a:bodyPr wrap="none" lIns="0" anchor="ctr" anchorCtr="0">
            <a:noAutofit/>
          </a:bodyPr>
          <a:lstStyle/>
          <a:p>
            <a:pPr algn="r"/>
            <a:r>
              <a:rPr lang="en-US" sz="9600" dirty="0">
                <a:solidFill>
                  <a:schemeClr val="tx1">
                    <a:lumMod val="65000"/>
                    <a:lumOff val="35000"/>
                  </a:schemeClr>
                </a:solidFill>
                <a:latin typeface="Consolas" panose="020B0609020204030204" pitchFamily="49" charset="0"/>
                <a:ea typeface="Helvetica Neue Thin" panose="020B0403020202020204" pitchFamily="34" charset="0"/>
                <a:cs typeface="Consolas" panose="020B0609020204030204" pitchFamily="49" charset="0"/>
              </a:rPr>
              <a:t>CALIBRATION</a:t>
            </a:r>
          </a:p>
        </p:txBody>
      </p:sp>
      <p:pic>
        <p:nvPicPr>
          <p:cNvPr id="6" name="Graphic 5" descr="Arrow Right with solid fill">
            <a:extLst>
              <a:ext uri="{FF2B5EF4-FFF2-40B4-BE49-F238E27FC236}">
                <a16:creationId xmlns:a16="http://schemas.microsoft.com/office/drawing/2014/main" id="{1F80F07E-06B7-A316-1164-E0B55BB274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91544" y="3773643"/>
            <a:ext cx="1344479" cy="1344479"/>
          </a:xfrm>
          <a:prstGeom prst="rect">
            <a:avLst/>
          </a:prstGeom>
        </p:spPr>
      </p:pic>
      <p:sp>
        <p:nvSpPr>
          <p:cNvPr id="9" name="TextBox 8">
            <a:extLst>
              <a:ext uri="{FF2B5EF4-FFF2-40B4-BE49-F238E27FC236}">
                <a16:creationId xmlns:a16="http://schemas.microsoft.com/office/drawing/2014/main" id="{36D9E32C-2839-5BA1-8465-9B0C4F9B6704}"/>
              </a:ext>
            </a:extLst>
          </p:cNvPr>
          <p:cNvSpPr txBox="1"/>
          <p:nvPr/>
        </p:nvSpPr>
        <p:spPr>
          <a:xfrm>
            <a:off x="443372" y="221080"/>
            <a:ext cx="2880320" cy="326653"/>
          </a:xfrm>
          <a:prstGeom prst="rect">
            <a:avLst/>
          </a:prstGeom>
          <a:noFill/>
        </p:spPr>
        <p:txBody>
          <a:bodyPr wrap="none" lIns="0" anchor="ctr" anchorCtr="0">
            <a:noAutofit/>
          </a:bodyPr>
          <a:lstStyle/>
          <a:p>
            <a:r>
              <a:rPr lang="en-US" sz="1400" dirty="0">
                <a:solidFill>
                  <a:schemeClr val="tx1">
                    <a:lumMod val="50000"/>
                    <a:lumOff val="50000"/>
                  </a:schemeClr>
                </a:solidFill>
                <a:latin typeface="Consolas" panose="020B0609020204030204" pitchFamily="49" charset="0"/>
                <a:ea typeface="Helvetica Neue Thin" panose="020B0403020202020204" pitchFamily="34" charset="0"/>
                <a:cs typeface="Consolas" panose="020B0609020204030204" pitchFamily="49" charset="0"/>
              </a:rPr>
              <a:t>AI IS A TEAM SPORT</a:t>
            </a:r>
          </a:p>
        </p:txBody>
      </p:sp>
    </p:spTree>
    <p:extLst>
      <p:ext uri="{BB962C8B-B14F-4D97-AF65-F5344CB8AC3E}">
        <p14:creationId xmlns:p14="http://schemas.microsoft.com/office/powerpoint/2010/main" val="3727258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D136B-200B-421C-28FE-DAB74045021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40D7EF4-11A6-7BAC-ACC2-6DD6F3341CD0}"/>
              </a:ext>
            </a:extLst>
          </p:cNvPr>
          <p:cNvSpPr txBox="1"/>
          <p:nvPr/>
        </p:nvSpPr>
        <p:spPr>
          <a:xfrm>
            <a:off x="647559" y="1052736"/>
            <a:ext cx="9984432" cy="2262098"/>
          </a:xfrm>
          <a:prstGeom prst="rect">
            <a:avLst/>
          </a:prstGeom>
          <a:noFill/>
        </p:spPr>
        <p:txBody>
          <a:bodyPr wrap="none" lIns="0" anchor="ctr" anchorCtr="0">
            <a:noAutofit/>
          </a:bodyPr>
          <a:lstStyle/>
          <a:p>
            <a:r>
              <a:rPr lang="en-US" sz="13800" dirty="0">
                <a:solidFill>
                  <a:srgbClr val="C00000"/>
                </a:solidFill>
                <a:latin typeface="Helvetica Neue Thin" panose="020B0403020202020204" pitchFamily="34" charset="0"/>
                <a:ea typeface="Helvetica Neue Thin" panose="020B0403020202020204" pitchFamily="34" charset="0"/>
                <a:cs typeface="Consolas" panose="020B0609020204030204" pitchFamily="49" charset="0"/>
              </a:rPr>
              <a:t>Self-Interest</a:t>
            </a:r>
          </a:p>
        </p:txBody>
      </p:sp>
      <p:sp>
        <p:nvSpPr>
          <p:cNvPr id="7" name="TextBox 6">
            <a:extLst>
              <a:ext uri="{FF2B5EF4-FFF2-40B4-BE49-F238E27FC236}">
                <a16:creationId xmlns:a16="http://schemas.microsoft.com/office/drawing/2014/main" id="{2ED624CA-DB42-8AB2-2184-3F2E5C1C63E4}"/>
              </a:ext>
            </a:extLst>
          </p:cNvPr>
          <p:cNvSpPr txBox="1"/>
          <p:nvPr/>
        </p:nvSpPr>
        <p:spPr>
          <a:xfrm>
            <a:off x="1271464" y="3314834"/>
            <a:ext cx="9784084" cy="2262098"/>
          </a:xfrm>
          <a:prstGeom prst="rect">
            <a:avLst/>
          </a:prstGeom>
          <a:noFill/>
        </p:spPr>
        <p:txBody>
          <a:bodyPr wrap="none" lIns="0" anchor="ctr" anchorCtr="0">
            <a:noAutofit/>
          </a:bodyPr>
          <a:lstStyle/>
          <a:p>
            <a:pPr algn="r"/>
            <a:r>
              <a:rPr lang="en-US" sz="9600" dirty="0">
                <a:solidFill>
                  <a:schemeClr val="bg1">
                    <a:lumMod val="50000"/>
                  </a:schemeClr>
                </a:solidFill>
                <a:latin typeface="Consolas" panose="020B0609020204030204" pitchFamily="49" charset="0"/>
                <a:ea typeface="Helvetica Neue Thin" panose="020B0403020202020204" pitchFamily="34" charset="0"/>
                <a:cs typeface="Consolas" panose="020B0609020204030204" pitchFamily="49" charset="0"/>
              </a:rPr>
              <a:t>?</a:t>
            </a:r>
          </a:p>
        </p:txBody>
      </p:sp>
      <p:pic>
        <p:nvPicPr>
          <p:cNvPr id="8" name="Graphic 7" descr="Arrow Right with solid fill">
            <a:extLst>
              <a:ext uri="{FF2B5EF4-FFF2-40B4-BE49-F238E27FC236}">
                <a16:creationId xmlns:a16="http://schemas.microsoft.com/office/drawing/2014/main" id="{BDC1BF84-7613-C539-7F4B-E066B8080A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44272" y="3773643"/>
            <a:ext cx="1344479" cy="1344479"/>
          </a:xfrm>
          <a:prstGeom prst="rect">
            <a:avLst/>
          </a:prstGeom>
        </p:spPr>
      </p:pic>
      <p:sp>
        <p:nvSpPr>
          <p:cNvPr id="10" name="TextBox 9">
            <a:extLst>
              <a:ext uri="{FF2B5EF4-FFF2-40B4-BE49-F238E27FC236}">
                <a16:creationId xmlns:a16="http://schemas.microsoft.com/office/drawing/2014/main" id="{9B75B0BE-92EA-6606-E213-0296046F736E}"/>
              </a:ext>
            </a:extLst>
          </p:cNvPr>
          <p:cNvSpPr txBox="1"/>
          <p:nvPr/>
        </p:nvSpPr>
        <p:spPr>
          <a:xfrm>
            <a:off x="443372" y="221080"/>
            <a:ext cx="2880320" cy="326653"/>
          </a:xfrm>
          <a:prstGeom prst="rect">
            <a:avLst/>
          </a:prstGeom>
          <a:noFill/>
        </p:spPr>
        <p:txBody>
          <a:bodyPr wrap="none" lIns="0" anchor="ctr" anchorCtr="0">
            <a:noAutofit/>
          </a:bodyPr>
          <a:lstStyle/>
          <a:p>
            <a:r>
              <a:rPr lang="en-US" sz="1400" dirty="0">
                <a:solidFill>
                  <a:schemeClr val="tx1">
                    <a:lumMod val="50000"/>
                    <a:lumOff val="50000"/>
                  </a:schemeClr>
                </a:solidFill>
                <a:latin typeface="Consolas" panose="020B0609020204030204" pitchFamily="49" charset="0"/>
                <a:ea typeface="Helvetica Neue Thin" panose="020B0403020202020204" pitchFamily="34" charset="0"/>
                <a:cs typeface="Consolas" panose="020B0609020204030204" pitchFamily="49" charset="0"/>
              </a:rPr>
              <a:t>AI IS A TEAM SPORT</a:t>
            </a:r>
          </a:p>
        </p:txBody>
      </p:sp>
    </p:spTree>
    <p:extLst>
      <p:ext uri="{BB962C8B-B14F-4D97-AF65-F5344CB8AC3E}">
        <p14:creationId xmlns:p14="http://schemas.microsoft.com/office/powerpoint/2010/main" val="792729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5A6B6-037D-262E-2C55-49005228F1AC}"/>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6EE4579B-F248-8672-EEFE-E330B57AD366}"/>
              </a:ext>
            </a:extLst>
          </p:cNvPr>
          <p:cNvSpPr txBox="1"/>
          <p:nvPr/>
        </p:nvSpPr>
        <p:spPr>
          <a:xfrm>
            <a:off x="1761367" y="2600228"/>
            <a:ext cx="2116538" cy="1330408"/>
          </a:xfrm>
          <a:prstGeom prst="rect">
            <a:avLst/>
          </a:prstGeom>
          <a:noFill/>
        </p:spPr>
        <p:txBody>
          <a:bodyPr wrap="none" lIns="0" rIns="180000" anchor="ctr" anchorCtr="0">
            <a:noAutofit/>
          </a:bodyPr>
          <a:lstStyle/>
          <a:p>
            <a:pPr algn="r"/>
            <a:r>
              <a:rPr lang="en-US" sz="13800" dirty="0">
                <a:solidFill>
                  <a:srgbClr val="C00000"/>
                </a:solidFill>
                <a:latin typeface="Helvetica Neue Thin" panose="020B0403020202020204" pitchFamily="34" charset="0"/>
                <a:ea typeface="Helvetica Neue Thin" panose="020B0403020202020204" pitchFamily="34" charset="0"/>
                <a:cs typeface="Calibri" panose="020F0502020204030204" pitchFamily="34" charset="0"/>
              </a:rPr>
              <a:t>Fear</a:t>
            </a:r>
          </a:p>
        </p:txBody>
      </p:sp>
      <p:sp>
        <p:nvSpPr>
          <p:cNvPr id="18" name="TextBox 17">
            <a:extLst>
              <a:ext uri="{FF2B5EF4-FFF2-40B4-BE49-F238E27FC236}">
                <a16:creationId xmlns:a16="http://schemas.microsoft.com/office/drawing/2014/main" id="{5EFAD1B7-140F-E3C4-6AE7-B4C93AD4A558}"/>
              </a:ext>
            </a:extLst>
          </p:cNvPr>
          <p:cNvSpPr txBox="1"/>
          <p:nvPr/>
        </p:nvSpPr>
        <p:spPr>
          <a:xfrm>
            <a:off x="6023992" y="850064"/>
            <a:ext cx="6939335" cy="1073444"/>
          </a:xfrm>
          <a:prstGeom prst="rect">
            <a:avLst/>
          </a:prstGeom>
          <a:noFill/>
        </p:spPr>
        <p:txBody>
          <a:bodyPr wrap="none" lIns="216000" anchor="ctr" anchorCtr="0">
            <a:noAutofit/>
          </a:bodyPr>
          <a:lstStyle/>
          <a:p>
            <a:r>
              <a:rPr lang="en-US" sz="8800" dirty="0">
                <a:solidFill>
                  <a:schemeClr val="tx1">
                    <a:lumMod val="65000"/>
                    <a:lumOff val="35000"/>
                  </a:schemeClr>
                </a:solidFill>
                <a:latin typeface="Helvetica Neue Thin" panose="020B0403020202020204" pitchFamily="34" charset="0"/>
                <a:ea typeface="Helvetica Neue Thin" panose="020B0403020202020204" pitchFamily="34" charset="0"/>
                <a:cs typeface="Calibri" panose="020F0502020204030204" pitchFamily="34" charset="0"/>
              </a:rPr>
              <a:t>Agency</a:t>
            </a:r>
          </a:p>
        </p:txBody>
      </p:sp>
      <p:sp>
        <p:nvSpPr>
          <p:cNvPr id="3" name="TextBox 2">
            <a:extLst>
              <a:ext uri="{FF2B5EF4-FFF2-40B4-BE49-F238E27FC236}">
                <a16:creationId xmlns:a16="http://schemas.microsoft.com/office/drawing/2014/main" id="{351524F5-448F-611C-AE99-2A1F0748857D}"/>
              </a:ext>
            </a:extLst>
          </p:cNvPr>
          <p:cNvSpPr txBox="1"/>
          <p:nvPr/>
        </p:nvSpPr>
        <p:spPr>
          <a:xfrm>
            <a:off x="6023992" y="2191988"/>
            <a:ext cx="6939335" cy="1073444"/>
          </a:xfrm>
          <a:prstGeom prst="rect">
            <a:avLst/>
          </a:prstGeom>
          <a:noFill/>
        </p:spPr>
        <p:txBody>
          <a:bodyPr wrap="none" lIns="216000" anchor="ctr" anchorCtr="0">
            <a:noAutofit/>
          </a:bodyPr>
          <a:lstStyle/>
          <a:p>
            <a:r>
              <a:rPr lang="en-US" sz="8800" dirty="0">
                <a:solidFill>
                  <a:schemeClr val="tx1">
                    <a:lumMod val="65000"/>
                    <a:lumOff val="35000"/>
                  </a:schemeClr>
                </a:solidFill>
                <a:latin typeface="Helvetica Neue Thin" panose="020B0403020202020204" pitchFamily="34" charset="0"/>
                <a:ea typeface="Helvetica Neue Thin" panose="020B0403020202020204" pitchFamily="34" charset="0"/>
                <a:cs typeface="Calibri" panose="020F0502020204030204" pitchFamily="34" charset="0"/>
              </a:rPr>
              <a:t>Knowledge</a:t>
            </a:r>
          </a:p>
        </p:txBody>
      </p:sp>
      <p:sp>
        <p:nvSpPr>
          <p:cNvPr id="4" name="TextBox 3">
            <a:extLst>
              <a:ext uri="{FF2B5EF4-FFF2-40B4-BE49-F238E27FC236}">
                <a16:creationId xmlns:a16="http://schemas.microsoft.com/office/drawing/2014/main" id="{83506251-F8A4-1FD2-FB35-72E527EF1F6F}"/>
              </a:ext>
            </a:extLst>
          </p:cNvPr>
          <p:cNvSpPr txBox="1"/>
          <p:nvPr/>
        </p:nvSpPr>
        <p:spPr>
          <a:xfrm>
            <a:off x="6023992" y="3533912"/>
            <a:ext cx="6939335" cy="1073444"/>
          </a:xfrm>
          <a:prstGeom prst="rect">
            <a:avLst/>
          </a:prstGeom>
          <a:noFill/>
        </p:spPr>
        <p:txBody>
          <a:bodyPr wrap="none" lIns="216000" anchor="ctr" anchorCtr="0">
            <a:noAutofit/>
          </a:bodyPr>
          <a:lstStyle/>
          <a:p>
            <a:r>
              <a:rPr lang="en-US" sz="8800" dirty="0">
                <a:solidFill>
                  <a:schemeClr val="tx1">
                    <a:lumMod val="65000"/>
                    <a:lumOff val="35000"/>
                  </a:schemeClr>
                </a:solidFill>
                <a:latin typeface="Helvetica Neue Thin" panose="020B0403020202020204" pitchFamily="34" charset="0"/>
                <a:ea typeface="Helvetica Neue Thin" panose="020B0403020202020204" pitchFamily="34" charset="0"/>
                <a:cs typeface="Calibri" panose="020F0502020204030204" pitchFamily="34" charset="0"/>
              </a:rPr>
              <a:t>Trust</a:t>
            </a:r>
          </a:p>
        </p:txBody>
      </p:sp>
      <p:sp>
        <p:nvSpPr>
          <p:cNvPr id="5" name="TextBox 4">
            <a:extLst>
              <a:ext uri="{FF2B5EF4-FFF2-40B4-BE49-F238E27FC236}">
                <a16:creationId xmlns:a16="http://schemas.microsoft.com/office/drawing/2014/main" id="{09578B9F-2938-20D6-5A48-B16C4CFDF6FA}"/>
              </a:ext>
            </a:extLst>
          </p:cNvPr>
          <p:cNvSpPr txBox="1"/>
          <p:nvPr/>
        </p:nvSpPr>
        <p:spPr>
          <a:xfrm>
            <a:off x="6023992" y="4875836"/>
            <a:ext cx="6939335" cy="1073444"/>
          </a:xfrm>
          <a:prstGeom prst="rect">
            <a:avLst/>
          </a:prstGeom>
          <a:noFill/>
        </p:spPr>
        <p:txBody>
          <a:bodyPr wrap="none" lIns="216000" anchor="ctr" anchorCtr="0">
            <a:noAutofit/>
          </a:bodyPr>
          <a:lstStyle/>
          <a:p>
            <a:r>
              <a:rPr lang="en-US" sz="8800" dirty="0">
                <a:solidFill>
                  <a:schemeClr val="tx1">
                    <a:lumMod val="65000"/>
                    <a:lumOff val="35000"/>
                  </a:schemeClr>
                </a:solidFill>
                <a:latin typeface="Helvetica Neue Thin" panose="020B0403020202020204" pitchFamily="34" charset="0"/>
                <a:ea typeface="Helvetica Neue Thin" panose="020B0403020202020204" pitchFamily="34" charset="0"/>
                <a:cs typeface="Calibri" panose="020F0502020204030204" pitchFamily="34" charset="0"/>
              </a:rPr>
              <a:t>Self Interest</a:t>
            </a:r>
          </a:p>
        </p:txBody>
      </p:sp>
      <p:cxnSp>
        <p:nvCxnSpPr>
          <p:cNvPr id="7" name="Straight Connector 6">
            <a:extLst>
              <a:ext uri="{FF2B5EF4-FFF2-40B4-BE49-F238E27FC236}">
                <a16:creationId xmlns:a16="http://schemas.microsoft.com/office/drawing/2014/main" id="{29B4C671-E06E-9535-E6D2-D52CCFBCA62A}"/>
              </a:ext>
            </a:extLst>
          </p:cNvPr>
          <p:cNvCxnSpPr>
            <a:stCxn id="18" idx="1"/>
            <a:endCxn id="15" idx="3"/>
          </p:cNvCxnSpPr>
          <p:nvPr/>
        </p:nvCxnSpPr>
        <p:spPr>
          <a:xfrm flipH="1">
            <a:off x="3877905" y="1386786"/>
            <a:ext cx="2146087" cy="1878646"/>
          </a:xfrm>
          <a:prstGeom prst="line">
            <a:avLst/>
          </a:prstGeom>
          <a:ln w="19050">
            <a:solidFill>
              <a:srgbClr val="C00000"/>
            </a:solidFill>
            <a:headEnd type="ova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54AF1BD-7F79-08CF-75B5-5EDCCEED49CC}"/>
              </a:ext>
            </a:extLst>
          </p:cNvPr>
          <p:cNvCxnSpPr>
            <a:cxnSpLocks/>
            <a:stCxn id="3" idx="1"/>
            <a:endCxn id="15" idx="3"/>
          </p:cNvCxnSpPr>
          <p:nvPr/>
        </p:nvCxnSpPr>
        <p:spPr>
          <a:xfrm flipH="1">
            <a:off x="3877905" y="2728710"/>
            <a:ext cx="2146087" cy="536722"/>
          </a:xfrm>
          <a:prstGeom prst="line">
            <a:avLst/>
          </a:prstGeom>
          <a:ln w="19050">
            <a:solidFill>
              <a:srgbClr val="C00000"/>
            </a:solidFill>
            <a:headEnd type="ova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D2B7545-EFFC-D079-90F1-3B84AEC9762B}"/>
              </a:ext>
            </a:extLst>
          </p:cNvPr>
          <p:cNvCxnSpPr>
            <a:cxnSpLocks/>
            <a:stCxn id="4" idx="1"/>
            <a:endCxn id="15" idx="3"/>
          </p:cNvCxnSpPr>
          <p:nvPr/>
        </p:nvCxnSpPr>
        <p:spPr>
          <a:xfrm flipH="1" flipV="1">
            <a:off x="3877905" y="3265432"/>
            <a:ext cx="2146087" cy="805202"/>
          </a:xfrm>
          <a:prstGeom prst="line">
            <a:avLst/>
          </a:prstGeom>
          <a:ln w="19050">
            <a:solidFill>
              <a:srgbClr val="C00000"/>
            </a:solidFill>
            <a:headEnd type="ova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47C61F3-E6A4-15BE-BDB3-2E2D07987CBE}"/>
              </a:ext>
            </a:extLst>
          </p:cNvPr>
          <p:cNvCxnSpPr>
            <a:cxnSpLocks/>
            <a:stCxn id="5" idx="1"/>
            <a:endCxn id="15" idx="3"/>
          </p:cNvCxnSpPr>
          <p:nvPr/>
        </p:nvCxnSpPr>
        <p:spPr>
          <a:xfrm flipH="1" flipV="1">
            <a:off x="3877905" y="3265432"/>
            <a:ext cx="2146087" cy="2147126"/>
          </a:xfrm>
          <a:prstGeom prst="line">
            <a:avLst/>
          </a:prstGeom>
          <a:ln w="19050">
            <a:solidFill>
              <a:srgbClr val="C00000"/>
            </a:solidFill>
            <a:headEnd type="ova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2A4B804C-D929-6681-07F0-44AA6B8D1EC6}"/>
              </a:ext>
            </a:extLst>
          </p:cNvPr>
          <p:cNvSpPr txBox="1"/>
          <p:nvPr/>
        </p:nvSpPr>
        <p:spPr>
          <a:xfrm>
            <a:off x="443372" y="221080"/>
            <a:ext cx="2880320" cy="326653"/>
          </a:xfrm>
          <a:prstGeom prst="rect">
            <a:avLst/>
          </a:prstGeom>
          <a:noFill/>
        </p:spPr>
        <p:txBody>
          <a:bodyPr wrap="none" lIns="0" anchor="ctr" anchorCtr="0">
            <a:noAutofit/>
          </a:bodyPr>
          <a:lstStyle/>
          <a:p>
            <a:r>
              <a:rPr lang="en-US" sz="1400" dirty="0">
                <a:solidFill>
                  <a:schemeClr val="tx1">
                    <a:lumMod val="50000"/>
                    <a:lumOff val="50000"/>
                  </a:schemeClr>
                </a:solidFill>
                <a:latin typeface="Consolas" panose="020B0609020204030204" pitchFamily="49" charset="0"/>
                <a:ea typeface="Helvetica Neue Thin" panose="020B0403020202020204" pitchFamily="34" charset="0"/>
                <a:cs typeface="Consolas" panose="020B0609020204030204" pitchFamily="49" charset="0"/>
              </a:rPr>
              <a:t>AI IS A TEAM SPORT</a:t>
            </a:r>
          </a:p>
        </p:txBody>
      </p:sp>
    </p:spTree>
    <p:extLst>
      <p:ext uri="{BB962C8B-B14F-4D97-AF65-F5344CB8AC3E}">
        <p14:creationId xmlns:p14="http://schemas.microsoft.com/office/powerpoint/2010/main" val="4063933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9E5F5-1322-ECF1-9C44-6DF37E254144}"/>
            </a:ext>
          </a:extLst>
        </p:cNvPr>
        <p:cNvGrpSpPr/>
        <p:nvPr/>
      </p:nvGrpSpPr>
      <p:grpSpPr>
        <a:xfrm>
          <a:off x="0" y="0"/>
          <a:ext cx="0" cy="0"/>
          <a:chOff x="0" y="0"/>
          <a:chExt cx="0" cy="0"/>
        </a:xfrm>
      </p:grpSpPr>
      <p:sp>
        <p:nvSpPr>
          <p:cNvPr id="40" name="Shape 8">
            <a:extLst>
              <a:ext uri="{FF2B5EF4-FFF2-40B4-BE49-F238E27FC236}">
                <a16:creationId xmlns:a16="http://schemas.microsoft.com/office/drawing/2014/main" id="{945F4E7F-EB1C-E5A0-7A08-729D9F5372E8}"/>
              </a:ext>
            </a:extLst>
          </p:cNvPr>
          <p:cNvSpPr/>
          <p:nvPr/>
        </p:nvSpPr>
        <p:spPr>
          <a:xfrm>
            <a:off x="9570197" y="1265723"/>
            <a:ext cx="2135959" cy="901456"/>
          </a:xfrm>
          <a:prstGeom prst="homePlate">
            <a:avLst/>
          </a:prstGeom>
          <a:solidFill>
            <a:schemeClr val="bg1">
              <a:lumMod val="85000"/>
            </a:schemeClr>
          </a:solidFill>
          <a:ln w="12700">
            <a:noFill/>
            <a:prstDash val="solid"/>
          </a:ln>
        </p:spPr>
        <p:txBody>
          <a:bodyPr wrap="none" tIns="0" bIns="0" anchor="ctr" anchorCtr="0"/>
          <a:lstStyle/>
          <a:p>
            <a:r>
              <a:rPr lang="en-US" sz="6600" dirty="0">
                <a:solidFill>
                  <a:srgbClr val="C00000"/>
                </a:solidFill>
                <a:latin typeface="Helvetica Neue Thin" panose="020B0403020202020204" pitchFamily="34" charset="0"/>
                <a:ea typeface="Helvetica Neue Thin" panose="020B0403020202020204" pitchFamily="34" charset="0"/>
                <a:cs typeface="Consolas" panose="020B0609020204030204" pitchFamily="49" charset="0"/>
              </a:rPr>
              <a:t>Use</a:t>
            </a:r>
          </a:p>
        </p:txBody>
      </p:sp>
      <p:sp>
        <p:nvSpPr>
          <p:cNvPr id="7" name="Text 0">
            <a:extLst>
              <a:ext uri="{FF2B5EF4-FFF2-40B4-BE49-F238E27FC236}">
                <a16:creationId xmlns:a16="http://schemas.microsoft.com/office/drawing/2014/main" id="{C83F3122-B5C4-F137-7645-AED61888518A}"/>
              </a:ext>
            </a:extLst>
          </p:cNvPr>
          <p:cNvSpPr/>
          <p:nvPr/>
        </p:nvSpPr>
        <p:spPr>
          <a:xfrm>
            <a:off x="443372" y="608310"/>
            <a:ext cx="11485276" cy="548640"/>
          </a:xfrm>
          <a:prstGeom prst="rect">
            <a:avLst/>
          </a:prstGeom>
          <a:noFill/>
          <a:ln/>
        </p:spPr>
        <p:txBody>
          <a:bodyPr wrap="square" lIns="0" tIns="0" rIns="0" bIns="0" rtlCol="0" anchor="ctr"/>
          <a:lstStyle/>
          <a:p>
            <a:pPr marL="0" indent="0">
              <a:buNone/>
            </a:pPr>
            <a:r>
              <a:rPr lang="en-US" sz="2800" dirty="0">
                <a:latin typeface="Consolas" panose="020B0609020204030204" pitchFamily="49" charset="0"/>
                <a:ea typeface="Source Sans Pro" pitchFamily="34" charset="-122"/>
                <a:cs typeface="Consolas" panose="020B0609020204030204" pitchFamily="49" charset="0"/>
              </a:rPr>
              <a:t>AI IMPLEMENTATION INTERVIEW GUIDE SKILL EXAMPLE (PAGE 1/2)</a:t>
            </a:r>
            <a:endParaRPr lang="en-US" sz="2800" dirty="0">
              <a:latin typeface="Consolas" panose="020B0609020204030204" pitchFamily="49" charset="0"/>
              <a:cs typeface="Consolas" panose="020B0609020204030204" pitchFamily="49" charset="0"/>
            </a:endParaRPr>
          </a:p>
        </p:txBody>
      </p:sp>
      <p:sp>
        <p:nvSpPr>
          <p:cNvPr id="9" name="Shape 2">
            <a:extLst>
              <a:ext uri="{FF2B5EF4-FFF2-40B4-BE49-F238E27FC236}">
                <a16:creationId xmlns:a16="http://schemas.microsoft.com/office/drawing/2014/main" id="{9DA8D602-D933-4656-F308-D4C1395FD3EF}"/>
              </a:ext>
            </a:extLst>
          </p:cNvPr>
          <p:cNvSpPr/>
          <p:nvPr/>
        </p:nvSpPr>
        <p:spPr>
          <a:xfrm>
            <a:off x="479378" y="1265306"/>
            <a:ext cx="4371496" cy="901873"/>
          </a:xfrm>
          <a:prstGeom prst="homePlate">
            <a:avLst/>
          </a:prstGeom>
          <a:solidFill>
            <a:schemeClr val="bg1">
              <a:lumMod val="85000"/>
            </a:schemeClr>
          </a:solidFill>
          <a:ln w="12700">
            <a:noFill/>
            <a:prstDash val="solid"/>
          </a:ln>
        </p:spPr>
        <p:txBody>
          <a:bodyPr wrap="none" anchor="ctr" anchorCtr="0"/>
          <a:lstStyle/>
          <a:p>
            <a:pPr>
              <a:lnSpc>
                <a:spcPct val="85000"/>
              </a:lnSpc>
            </a:pPr>
            <a:r>
              <a:rPr lang="en-US" sz="6600" dirty="0">
                <a:solidFill>
                  <a:srgbClr val="C00000"/>
                </a:solidFill>
                <a:latin typeface="Helvetica Neue Thin" panose="020B0403020202020204" pitchFamily="34" charset="0"/>
                <a:ea typeface="Helvetica Neue Thin" panose="020B0403020202020204" pitchFamily="34" charset="0"/>
                <a:cs typeface="Consolas" panose="020B0609020204030204" pitchFamily="49" charset="0"/>
              </a:rPr>
              <a:t>Approve</a:t>
            </a:r>
          </a:p>
        </p:txBody>
      </p:sp>
      <p:sp>
        <p:nvSpPr>
          <p:cNvPr id="10" name="Text 3">
            <a:extLst>
              <a:ext uri="{FF2B5EF4-FFF2-40B4-BE49-F238E27FC236}">
                <a16:creationId xmlns:a16="http://schemas.microsoft.com/office/drawing/2014/main" id="{2C2358A8-91C9-F093-DC4F-C5331A994DD7}"/>
              </a:ext>
            </a:extLst>
          </p:cNvPr>
          <p:cNvSpPr/>
          <p:nvPr/>
        </p:nvSpPr>
        <p:spPr>
          <a:xfrm>
            <a:off x="643647" y="1673871"/>
            <a:ext cx="1995969" cy="437976"/>
          </a:xfrm>
          <a:prstGeom prst="rect">
            <a:avLst/>
          </a:prstGeom>
          <a:noFill/>
          <a:ln/>
        </p:spPr>
        <p:txBody>
          <a:bodyPr wrap="none" lIns="0" tIns="0" rIns="0" bIns="0" rtlCol="0" anchor="ctr" anchorCtr="0"/>
          <a:lstStyle/>
          <a:p>
            <a:pPr marL="0" indent="0">
              <a:lnSpc>
                <a:spcPct val="85000"/>
              </a:lnSpc>
              <a:buNone/>
            </a:pPr>
            <a:endParaRPr lang="en-US" sz="3200" dirty="0">
              <a:solidFill>
                <a:schemeClr val="bg1"/>
              </a:solidFill>
              <a:latin typeface="Consolas" panose="020B0609020204030204" pitchFamily="49" charset="0"/>
              <a:ea typeface="Helvetica Neue Thin" panose="020B0403020202020204" pitchFamily="34" charset="0"/>
              <a:cs typeface="Consolas" panose="020B0609020204030204" pitchFamily="49" charset="0"/>
            </a:endParaRPr>
          </a:p>
        </p:txBody>
      </p:sp>
      <p:sp>
        <p:nvSpPr>
          <p:cNvPr id="11" name="Text 4">
            <a:extLst>
              <a:ext uri="{FF2B5EF4-FFF2-40B4-BE49-F238E27FC236}">
                <a16:creationId xmlns:a16="http://schemas.microsoft.com/office/drawing/2014/main" id="{4CAE380B-5C5B-3291-EA86-06B9CD727AF7}"/>
              </a:ext>
            </a:extLst>
          </p:cNvPr>
          <p:cNvSpPr/>
          <p:nvPr/>
        </p:nvSpPr>
        <p:spPr>
          <a:xfrm>
            <a:off x="543125" y="2220620"/>
            <a:ext cx="3465440" cy="2011681"/>
          </a:xfrm>
          <a:prstGeom prst="rect">
            <a:avLst/>
          </a:prstGeom>
          <a:noFill/>
          <a:ln/>
        </p:spPr>
        <p:txBody>
          <a:bodyPr wrap="square" lIns="0" tIns="0" rIns="0" bIns="0" rtlCol="0" anchor="t"/>
          <a:lstStyle/>
          <a:p>
            <a:pPr marL="0" indent="0">
              <a:buNone/>
            </a:pPr>
            <a:r>
              <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cs typeface="Consolas" panose="020B0609020204030204" pitchFamily="49" charset="0"/>
              </a:rPr>
              <a:t>Data-egress</a:t>
            </a:r>
            <a:endPar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endParaRPr>
          </a:p>
          <a:p>
            <a:pPr marL="0" indent="0">
              <a:spcAft>
                <a:spcPts val="800"/>
              </a:spcAft>
              <a:buNone/>
            </a:pPr>
            <a:r>
              <a:rPr lang="en-US" sz="2400" b="1" dirty="0">
                <a:latin typeface="Consolas" panose="020B0609020204030204" pitchFamily="49" charset="0"/>
                <a:ea typeface="HELVETICA NEUE THIN" panose="020B0403020202020204" pitchFamily="34" charset="0"/>
                <a:cs typeface="Consolas" panose="020B0609020204030204" pitchFamily="49" charset="0"/>
              </a:rPr>
              <a:t>INFO SECURITY</a:t>
            </a:r>
            <a:endParaRPr lang="en-US" sz="2400" b="1" dirty="0">
              <a:latin typeface="Consolas" panose="020B0609020204030204" pitchFamily="49" charset="0"/>
              <a:ea typeface="Helvetica Neue Thin" panose="020B0403020202020204" pitchFamily="34" charset="0"/>
              <a:cs typeface="Consolas" panose="020B0609020204030204" pitchFamily="49" charset="0"/>
            </a:endParaRPr>
          </a:p>
          <a:p>
            <a:pPr marL="0" indent="0">
              <a:buNone/>
            </a:pPr>
            <a:r>
              <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cs typeface="Source Sans Pro" pitchFamily="34" charset="-120"/>
              </a:rPr>
              <a:t>Model-validation</a:t>
            </a:r>
            <a:endPar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endParaRPr>
          </a:p>
          <a:p>
            <a:pPr>
              <a:spcAft>
                <a:spcPts val="800"/>
              </a:spcAft>
            </a:pPr>
            <a:r>
              <a:rPr lang="en-US" sz="2400" b="1" dirty="0">
                <a:latin typeface="Consolas" panose="020B0609020204030204" pitchFamily="49" charset="0"/>
                <a:ea typeface="HELVETICA NEUE THIN" panose="020B0403020202020204" pitchFamily="34" charset="0"/>
                <a:cs typeface="Consolas" panose="020B0609020204030204" pitchFamily="49" charset="0"/>
              </a:rPr>
              <a:t>MODEL RISK</a:t>
            </a:r>
          </a:p>
          <a:p>
            <a:pPr marL="0" indent="0">
              <a:buNone/>
            </a:pPr>
            <a:r>
              <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cs typeface="Source Sans Pro" pitchFamily="34" charset="-120"/>
              </a:rPr>
              <a:t>Conduct &amp; fair-lending</a:t>
            </a:r>
            <a:endPar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endParaRPr>
          </a:p>
          <a:p>
            <a:pPr>
              <a:spcAft>
                <a:spcPts val="800"/>
              </a:spcAft>
            </a:pPr>
            <a:r>
              <a:rPr lang="en-US" sz="2400" b="1" dirty="0">
                <a:latin typeface="Consolas" panose="020B0609020204030204" pitchFamily="49" charset="0"/>
                <a:ea typeface="HELVETICA NEUE THIN" panose="020B0403020202020204" pitchFamily="34" charset="0"/>
                <a:cs typeface="Consolas" panose="020B0609020204030204" pitchFamily="49" charset="0"/>
              </a:rPr>
              <a:t>COMPLIANCE</a:t>
            </a:r>
          </a:p>
          <a:p>
            <a:r>
              <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cs typeface="Source Sans Pro" pitchFamily="34" charset="-120"/>
              </a:rPr>
              <a:t>Liability &amp; disclosures</a:t>
            </a:r>
            <a:endPar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endParaRPr>
          </a:p>
          <a:p>
            <a:pPr>
              <a:spcAft>
                <a:spcPts val="800"/>
              </a:spcAft>
            </a:pPr>
            <a:r>
              <a:rPr lang="en-US" sz="2400" b="1" dirty="0">
                <a:latin typeface="Consolas" panose="020B0609020204030204" pitchFamily="49" charset="0"/>
                <a:ea typeface="HELVETICA NEUE THIN" panose="020B0403020202020204" pitchFamily="34" charset="0"/>
                <a:cs typeface="Consolas" panose="020B0609020204030204" pitchFamily="49" charset="0"/>
              </a:rPr>
              <a:t>LEGAL</a:t>
            </a:r>
          </a:p>
          <a:p>
            <a:r>
              <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cs typeface="Source Sans Pro" pitchFamily="34" charset="-120"/>
              </a:rPr>
              <a:t>Residual-risk acceptance</a:t>
            </a:r>
            <a:endPar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endParaRPr>
          </a:p>
          <a:p>
            <a:pPr>
              <a:spcAft>
                <a:spcPts val="800"/>
              </a:spcAft>
            </a:pPr>
            <a:r>
              <a:rPr lang="en-US" sz="2400" b="1" dirty="0">
                <a:latin typeface="Consolas" panose="020B0609020204030204" pitchFamily="49" charset="0"/>
                <a:ea typeface="HELVETICA NEUE THIN" panose="020B0403020202020204" pitchFamily="34" charset="0"/>
                <a:cs typeface="Consolas" panose="020B0609020204030204" pitchFamily="49" charset="0"/>
              </a:rPr>
              <a:t>ENTERPRISE RISK</a:t>
            </a:r>
          </a:p>
          <a:p>
            <a:pPr>
              <a:spcAft>
                <a:spcPts val="800"/>
              </a:spcAft>
            </a:pPr>
            <a:endParaRPr lang="en-US" sz="2400" b="1" dirty="0">
              <a:latin typeface="Consolas" panose="020B0609020204030204" pitchFamily="49" charset="0"/>
              <a:ea typeface="HELVETICA NEUE THIN" panose="020B0403020202020204" pitchFamily="34" charset="0"/>
              <a:cs typeface="Consolas" panose="020B0609020204030204" pitchFamily="49" charset="0"/>
            </a:endParaRPr>
          </a:p>
          <a:p>
            <a:pPr>
              <a:spcAft>
                <a:spcPts val="800"/>
              </a:spcAft>
            </a:pPr>
            <a:endParaRPr lang="en-US" sz="2400" b="1" dirty="0">
              <a:latin typeface="Consolas" panose="020B0609020204030204" pitchFamily="49" charset="0"/>
              <a:ea typeface="HELVETICA NEUE THIN" panose="020B0403020202020204" pitchFamily="34" charset="0"/>
              <a:cs typeface="Consolas" panose="020B0609020204030204" pitchFamily="49" charset="0"/>
            </a:endParaRPr>
          </a:p>
        </p:txBody>
      </p:sp>
      <p:sp>
        <p:nvSpPr>
          <p:cNvPr id="27" name="Text 4">
            <a:extLst>
              <a:ext uri="{FF2B5EF4-FFF2-40B4-BE49-F238E27FC236}">
                <a16:creationId xmlns:a16="http://schemas.microsoft.com/office/drawing/2014/main" id="{9E273E44-D6C3-14F2-DEA3-64E7BE8D85F9}"/>
              </a:ext>
            </a:extLst>
          </p:cNvPr>
          <p:cNvSpPr/>
          <p:nvPr/>
        </p:nvSpPr>
        <p:spPr>
          <a:xfrm>
            <a:off x="1814390" y="4015732"/>
            <a:ext cx="3897488" cy="2011681"/>
          </a:xfrm>
          <a:prstGeom prst="rect">
            <a:avLst/>
          </a:prstGeom>
          <a:noFill/>
          <a:ln/>
        </p:spPr>
        <p:txBody>
          <a:bodyPr wrap="square" lIns="0" tIns="0" rIns="0" bIns="0" rtlCol="0" anchor="t"/>
          <a:lstStyle/>
          <a:p>
            <a:pPr marL="0" indent="0">
              <a:buNone/>
            </a:pPr>
            <a:endParaRPr lang="en-US" sz="2400" dirty="0">
              <a:latin typeface=""/>
            </a:endParaRPr>
          </a:p>
        </p:txBody>
      </p:sp>
      <p:sp>
        <p:nvSpPr>
          <p:cNvPr id="41" name="Text 9">
            <a:extLst>
              <a:ext uri="{FF2B5EF4-FFF2-40B4-BE49-F238E27FC236}">
                <a16:creationId xmlns:a16="http://schemas.microsoft.com/office/drawing/2014/main" id="{78E3A104-ED6E-3CD7-AF41-3FF586F850D9}"/>
              </a:ext>
            </a:extLst>
          </p:cNvPr>
          <p:cNvSpPr/>
          <p:nvPr/>
        </p:nvSpPr>
        <p:spPr>
          <a:xfrm>
            <a:off x="9785701" y="1673649"/>
            <a:ext cx="1439164" cy="437976"/>
          </a:xfrm>
          <a:prstGeom prst="rect">
            <a:avLst/>
          </a:prstGeom>
          <a:noFill/>
          <a:ln>
            <a:noFill/>
          </a:ln>
        </p:spPr>
        <p:txBody>
          <a:bodyPr wrap="none" lIns="0" tIns="0" rIns="0" bIns="0" rtlCol="0" anchor="ctr" anchorCtr="0"/>
          <a:lstStyle/>
          <a:p>
            <a:pPr>
              <a:lnSpc>
                <a:spcPct val="85000"/>
              </a:lnSpc>
            </a:pPr>
            <a:endParaRPr lang="en-US" sz="3200" dirty="0">
              <a:solidFill>
                <a:schemeClr val="bg1"/>
              </a:solidFill>
              <a:latin typeface="Consolas" panose="020B0609020204030204" pitchFamily="49" charset="0"/>
              <a:ea typeface="Helvetica Neue Thin" panose="020B0403020202020204" pitchFamily="34" charset="0"/>
              <a:cs typeface="Consolas" panose="020B0609020204030204" pitchFamily="49" charset="0"/>
            </a:endParaRPr>
          </a:p>
        </p:txBody>
      </p:sp>
      <p:sp>
        <p:nvSpPr>
          <p:cNvPr id="12" name="Shape 5">
            <a:extLst>
              <a:ext uri="{FF2B5EF4-FFF2-40B4-BE49-F238E27FC236}">
                <a16:creationId xmlns:a16="http://schemas.microsoft.com/office/drawing/2014/main" id="{4745D1A9-8C12-64AD-868E-1D0E443DB508}"/>
              </a:ext>
            </a:extLst>
          </p:cNvPr>
          <p:cNvSpPr/>
          <p:nvPr/>
        </p:nvSpPr>
        <p:spPr>
          <a:xfrm>
            <a:off x="4997035" y="1265723"/>
            <a:ext cx="2135959" cy="901456"/>
          </a:xfrm>
          <a:prstGeom prst="homePlate">
            <a:avLst/>
          </a:prstGeom>
          <a:solidFill>
            <a:schemeClr val="bg1">
              <a:lumMod val="85000"/>
            </a:schemeClr>
          </a:solidFill>
          <a:ln w="12700">
            <a:noFill/>
            <a:prstDash val="solid"/>
          </a:ln>
        </p:spPr>
        <p:txBody>
          <a:bodyPr wrap="none" tIns="0" bIns="0" anchor="ctr" anchorCtr="0"/>
          <a:lstStyle/>
          <a:p>
            <a:pPr>
              <a:lnSpc>
                <a:spcPct val="85000"/>
              </a:lnSpc>
            </a:pPr>
            <a:r>
              <a:rPr lang="en-US" sz="6600" dirty="0">
                <a:solidFill>
                  <a:srgbClr val="C00000"/>
                </a:solidFill>
                <a:latin typeface="Helvetica Neue Thin" panose="020B0403020202020204" pitchFamily="34" charset="0"/>
                <a:ea typeface="Helvetica Neue Thin" panose="020B0403020202020204" pitchFamily="34" charset="0"/>
                <a:cs typeface="Consolas" panose="020B0609020204030204" pitchFamily="49" charset="0"/>
              </a:rPr>
              <a:t>Build</a:t>
            </a:r>
          </a:p>
        </p:txBody>
      </p:sp>
      <p:sp>
        <p:nvSpPr>
          <p:cNvPr id="13" name="Text 6">
            <a:extLst>
              <a:ext uri="{FF2B5EF4-FFF2-40B4-BE49-F238E27FC236}">
                <a16:creationId xmlns:a16="http://schemas.microsoft.com/office/drawing/2014/main" id="{343F45D2-3EC0-376C-6B9E-20AF67EA1E0B}"/>
              </a:ext>
            </a:extLst>
          </p:cNvPr>
          <p:cNvSpPr/>
          <p:nvPr/>
        </p:nvSpPr>
        <p:spPr>
          <a:xfrm>
            <a:off x="5176619" y="1673649"/>
            <a:ext cx="1295661" cy="437976"/>
          </a:xfrm>
          <a:prstGeom prst="rect">
            <a:avLst/>
          </a:prstGeom>
          <a:noFill/>
          <a:ln/>
        </p:spPr>
        <p:txBody>
          <a:bodyPr wrap="none" lIns="0" tIns="0" rIns="0" bIns="0" rtlCol="0" anchor="ctr" anchorCtr="0"/>
          <a:lstStyle/>
          <a:p>
            <a:pPr>
              <a:lnSpc>
                <a:spcPct val="85000"/>
              </a:lnSpc>
            </a:pPr>
            <a:endParaRPr lang="en-US" sz="3200" dirty="0">
              <a:solidFill>
                <a:schemeClr val="bg1"/>
              </a:solidFill>
              <a:latin typeface="Consolas" panose="020B0609020204030204" pitchFamily="49" charset="0"/>
              <a:ea typeface="Helvetica Neue Thin" panose="020B0403020202020204" pitchFamily="34" charset="0"/>
              <a:cs typeface="Consolas" panose="020B0609020204030204" pitchFamily="49" charset="0"/>
            </a:endParaRPr>
          </a:p>
        </p:txBody>
      </p:sp>
      <p:sp>
        <p:nvSpPr>
          <p:cNvPr id="14" name="Text 7">
            <a:extLst>
              <a:ext uri="{FF2B5EF4-FFF2-40B4-BE49-F238E27FC236}">
                <a16:creationId xmlns:a16="http://schemas.microsoft.com/office/drawing/2014/main" id="{4F3D7063-D070-AAB5-F129-4117BF6B309D}"/>
              </a:ext>
            </a:extLst>
          </p:cNvPr>
          <p:cNvSpPr/>
          <p:nvPr/>
        </p:nvSpPr>
        <p:spPr>
          <a:xfrm>
            <a:off x="5176619" y="2220398"/>
            <a:ext cx="2135959" cy="1188720"/>
          </a:xfrm>
          <a:prstGeom prst="rect">
            <a:avLst/>
          </a:prstGeom>
          <a:noFill/>
          <a:ln/>
        </p:spPr>
        <p:txBody>
          <a:bodyPr wrap="square" lIns="0" tIns="0" rIns="0" bIns="0" rtlCol="0" anchor="t"/>
          <a:lstStyle/>
          <a:p>
            <a:pPr marL="0" indent="0">
              <a:buNone/>
            </a:pPr>
            <a:r>
              <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cs typeface="Source Sans Pro" pitchFamily="34" charset="-120"/>
              </a:rPr>
              <a:t>Build the data-protection architecture</a:t>
            </a:r>
            <a:endPar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endParaRPr>
          </a:p>
          <a:p>
            <a:pPr>
              <a:spcAft>
                <a:spcPts val="800"/>
              </a:spcAft>
            </a:pPr>
            <a:r>
              <a:rPr lang="en-US" sz="2400" b="1" dirty="0">
                <a:latin typeface="Consolas" panose="020B0609020204030204" pitchFamily="49" charset="0"/>
                <a:ea typeface="HELVETICA NEUE THIN" panose="020B0403020202020204" pitchFamily="34" charset="0"/>
                <a:cs typeface="Consolas" panose="020B0609020204030204" pitchFamily="49" charset="0"/>
              </a:rPr>
              <a:t>ENGINEERING</a:t>
            </a:r>
          </a:p>
        </p:txBody>
      </p:sp>
      <p:sp>
        <p:nvSpPr>
          <p:cNvPr id="15" name="Shape 8">
            <a:extLst>
              <a:ext uri="{FF2B5EF4-FFF2-40B4-BE49-F238E27FC236}">
                <a16:creationId xmlns:a16="http://schemas.microsoft.com/office/drawing/2014/main" id="{3F74B480-6028-B1CD-7A32-3C2134258FFF}"/>
              </a:ext>
            </a:extLst>
          </p:cNvPr>
          <p:cNvSpPr/>
          <p:nvPr/>
        </p:nvSpPr>
        <p:spPr>
          <a:xfrm>
            <a:off x="7260754" y="1265723"/>
            <a:ext cx="2135959" cy="901456"/>
          </a:xfrm>
          <a:prstGeom prst="homePlate">
            <a:avLst/>
          </a:prstGeom>
          <a:solidFill>
            <a:schemeClr val="bg1">
              <a:lumMod val="85000"/>
            </a:schemeClr>
          </a:solidFill>
          <a:ln w="12700">
            <a:noFill/>
            <a:prstDash val="solid"/>
          </a:ln>
        </p:spPr>
        <p:txBody>
          <a:bodyPr wrap="none" tIns="0" bIns="0" anchor="ctr" anchorCtr="0"/>
          <a:lstStyle/>
          <a:p>
            <a:r>
              <a:rPr lang="en-US" sz="6600" dirty="0">
                <a:solidFill>
                  <a:srgbClr val="C00000"/>
                </a:solidFill>
                <a:latin typeface="Helvetica Neue Thin" panose="020B0403020202020204" pitchFamily="34" charset="0"/>
                <a:ea typeface="Helvetica Neue Thin" panose="020B0403020202020204" pitchFamily="34" charset="0"/>
                <a:cs typeface="Consolas" panose="020B0609020204030204" pitchFamily="49" charset="0"/>
              </a:rPr>
              <a:t>Run</a:t>
            </a:r>
          </a:p>
        </p:txBody>
      </p:sp>
      <p:sp>
        <p:nvSpPr>
          <p:cNvPr id="16" name="Text 9">
            <a:extLst>
              <a:ext uri="{FF2B5EF4-FFF2-40B4-BE49-F238E27FC236}">
                <a16:creationId xmlns:a16="http://schemas.microsoft.com/office/drawing/2014/main" id="{4DE24CF8-F6F8-4EE7-F27E-AD85FA750B69}"/>
              </a:ext>
            </a:extLst>
          </p:cNvPr>
          <p:cNvSpPr/>
          <p:nvPr/>
        </p:nvSpPr>
        <p:spPr>
          <a:xfrm>
            <a:off x="7469114" y="1673649"/>
            <a:ext cx="1422120" cy="437976"/>
          </a:xfrm>
          <a:prstGeom prst="rect">
            <a:avLst/>
          </a:prstGeom>
          <a:noFill/>
          <a:ln>
            <a:noFill/>
          </a:ln>
        </p:spPr>
        <p:txBody>
          <a:bodyPr wrap="none" lIns="0" tIns="0" rIns="0" bIns="0" rtlCol="0" anchor="ctr" anchorCtr="0"/>
          <a:lstStyle/>
          <a:p>
            <a:pPr>
              <a:lnSpc>
                <a:spcPct val="85000"/>
              </a:lnSpc>
            </a:pPr>
            <a:endParaRPr lang="en-US" sz="3200" dirty="0">
              <a:solidFill>
                <a:schemeClr val="bg1"/>
              </a:solidFill>
              <a:latin typeface="Consolas" panose="020B0609020204030204" pitchFamily="49" charset="0"/>
              <a:ea typeface="Helvetica Neue Thin" panose="020B0403020202020204" pitchFamily="34" charset="0"/>
              <a:cs typeface="Consolas" panose="020B0609020204030204" pitchFamily="49" charset="0"/>
            </a:endParaRPr>
          </a:p>
        </p:txBody>
      </p:sp>
      <p:sp>
        <p:nvSpPr>
          <p:cNvPr id="17" name="Text 10">
            <a:extLst>
              <a:ext uri="{FF2B5EF4-FFF2-40B4-BE49-F238E27FC236}">
                <a16:creationId xmlns:a16="http://schemas.microsoft.com/office/drawing/2014/main" id="{5CFD7818-B569-08BC-6E67-47AD243D495A}"/>
              </a:ext>
            </a:extLst>
          </p:cNvPr>
          <p:cNvSpPr/>
          <p:nvPr/>
        </p:nvSpPr>
        <p:spPr>
          <a:xfrm>
            <a:off x="7476258" y="2220398"/>
            <a:ext cx="1920455" cy="1188720"/>
          </a:xfrm>
          <a:prstGeom prst="rect">
            <a:avLst/>
          </a:prstGeom>
          <a:noFill/>
          <a:ln/>
        </p:spPr>
        <p:txBody>
          <a:bodyPr wrap="square" lIns="0" tIns="0" rIns="0" bIns="0" rtlCol="0" anchor="t"/>
          <a:lstStyle/>
          <a:p>
            <a:pPr marL="0" indent="0">
              <a:buNone/>
            </a:pPr>
            <a:r>
              <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cs typeface="Source Sans Pro" pitchFamily="34" charset="-120"/>
              </a:rPr>
              <a:t>Escalation &amp; fallback to a human</a:t>
            </a:r>
            <a:endPar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endParaRPr>
          </a:p>
          <a:p>
            <a:pPr>
              <a:spcAft>
                <a:spcPts val="800"/>
              </a:spcAft>
            </a:pPr>
            <a:r>
              <a:rPr lang="en-US" sz="2400" b="1" dirty="0">
                <a:latin typeface="Consolas" panose="020B0609020204030204" pitchFamily="49" charset="0"/>
                <a:ea typeface="HELVETICA NEUE THIN" panose="020B0403020202020204" pitchFamily="34" charset="0"/>
                <a:cs typeface="Consolas" panose="020B0609020204030204" pitchFamily="49" charset="0"/>
              </a:rPr>
              <a:t>OPERATIONS</a:t>
            </a:r>
          </a:p>
        </p:txBody>
      </p:sp>
      <p:sp>
        <p:nvSpPr>
          <p:cNvPr id="42" name="Text 10">
            <a:extLst>
              <a:ext uri="{FF2B5EF4-FFF2-40B4-BE49-F238E27FC236}">
                <a16:creationId xmlns:a16="http://schemas.microsoft.com/office/drawing/2014/main" id="{2D4128E8-9AFD-E337-4D41-0DA729D5321F}"/>
              </a:ext>
            </a:extLst>
          </p:cNvPr>
          <p:cNvSpPr/>
          <p:nvPr/>
        </p:nvSpPr>
        <p:spPr>
          <a:xfrm>
            <a:off x="9785701" y="2220398"/>
            <a:ext cx="1920455" cy="1188720"/>
          </a:xfrm>
          <a:prstGeom prst="rect">
            <a:avLst/>
          </a:prstGeom>
          <a:noFill/>
          <a:ln/>
        </p:spPr>
        <p:txBody>
          <a:bodyPr wrap="square" lIns="0" tIns="0" rIns="0" bIns="0" rtlCol="0" anchor="t"/>
          <a:lstStyle/>
          <a:p>
            <a:pPr marL="0" indent="0">
              <a:buNone/>
            </a:pPr>
            <a:r>
              <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cs typeface="Source Sans Pro" pitchFamily="34" charset="-120"/>
              </a:rPr>
              <a:t>Real </a:t>
            </a:r>
            <a:br>
              <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cs typeface="Source Sans Pro" pitchFamily="34" charset="-120"/>
              </a:rPr>
            </a:br>
            <a:r>
              <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cs typeface="Source Sans Pro" pitchFamily="34" charset="-120"/>
              </a:rPr>
              <a:t>Adoption</a:t>
            </a:r>
            <a:br>
              <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cs typeface="Source Sans Pro" pitchFamily="34" charset="-120"/>
              </a:rPr>
            </a:br>
            <a:r>
              <a:rPr lang="en-US" sz="2400" b="1" dirty="0">
                <a:latin typeface="Consolas" panose="020B0609020204030204" pitchFamily="49" charset="0"/>
                <a:ea typeface="HELVETICA NEUE THIN" panose="020B0403020202020204" pitchFamily="34" charset="0"/>
                <a:cs typeface="Consolas" panose="020B0609020204030204" pitchFamily="49" charset="0"/>
              </a:rPr>
              <a:t>AGENTS &amp;</a:t>
            </a:r>
          </a:p>
          <a:p>
            <a:pPr>
              <a:spcAft>
                <a:spcPts val="800"/>
              </a:spcAft>
            </a:pPr>
            <a:r>
              <a:rPr lang="en-US" sz="2400" b="1" dirty="0">
                <a:latin typeface="Consolas" panose="020B0609020204030204" pitchFamily="49" charset="0"/>
                <a:ea typeface="HELVETICA NEUE THIN" panose="020B0403020202020204" pitchFamily="34" charset="0"/>
                <a:cs typeface="Consolas" panose="020B0609020204030204" pitchFamily="49" charset="0"/>
              </a:rPr>
              <a:t>CUSTOMERS</a:t>
            </a:r>
          </a:p>
        </p:txBody>
      </p:sp>
      <p:sp>
        <p:nvSpPr>
          <p:cNvPr id="3" name="Text 4">
            <a:extLst>
              <a:ext uri="{FF2B5EF4-FFF2-40B4-BE49-F238E27FC236}">
                <a16:creationId xmlns:a16="http://schemas.microsoft.com/office/drawing/2014/main" id="{817E40E2-86A3-FA6C-61F3-966A4E21C5E8}"/>
              </a:ext>
            </a:extLst>
          </p:cNvPr>
          <p:cNvSpPr/>
          <p:nvPr/>
        </p:nvSpPr>
        <p:spPr>
          <a:xfrm>
            <a:off x="3435260" y="2165688"/>
            <a:ext cx="1860659" cy="2011681"/>
          </a:xfrm>
          <a:prstGeom prst="rect">
            <a:avLst/>
          </a:prstGeom>
          <a:noFill/>
          <a:ln/>
        </p:spPr>
        <p:txBody>
          <a:bodyPr wrap="square" lIns="0" tIns="0" rIns="0" bIns="0" rtlCol="0" anchor="t"/>
          <a:lstStyle/>
          <a:p>
            <a:r>
              <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cs typeface="Source Sans Pro" pitchFamily="34" charset="-120"/>
              </a:rPr>
              <a:t>Go/no-go</a:t>
            </a:r>
            <a:endParaRPr lang="en-US" sz="2400" dirty="0">
              <a:solidFill>
                <a:schemeClr val="tx1">
                  <a:lumMod val="50000"/>
                  <a:lumOff val="50000"/>
                </a:schemeClr>
              </a:solidFill>
              <a:latin typeface="Helvetica Neue Thin" panose="020B0403020202020204" pitchFamily="34" charset="0"/>
              <a:ea typeface="Helvetica Neue Thin" panose="020B0403020202020204" pitchFamily="34" charset="0"/>
            </a:endParaRPr>
          </a:p>
          <a:p>
            <a:pPr>
              <a:spcAft>
                <a:spcPts val="800"/>
              </a:spcAft>
            </a:pPr>
            <a:r>
              <a:rPr lang="en-US" sz="2400" b="1" dirty="0">
                <a:latin typeface="Consolas" panose="020B0609020204030204" pitchFamily="49" charset="0"/>
                <a:ea typeface="HELVETICA NEUE THIN" panose="020B0403020202020204" pitchFamily="34" charset="0"/>
                <a:cs typeface="Consolas" panose="020B0609020204030204" pitchFamily="49" charset="0"/>
              </a:rPr>
              <a:t>SPONSOR</a:t>
            </a:r>
          </a:p>
        </p:txBody>
      </p:sp>
      <p:sp>
        <p:nvSpPr>
          <p:cNvPr id="47" name="TextBox 46">
            <a:extLst>
              <a:ext uri="{FF2B5EF4-FFF2-40B4-BE49-F238E27FC236}">
                <a16:creationId xmlns:a16="http://schemas.microsoft.com/office/drawing/2014/main" id="{3CE376FD-A0B2-EA0C-D49F-633086B088A6}"/>
              </a:ext>
            </a:extLst>
          </p:cNvPr>
          <p:cNvSpPr txBox="1"/>
          <p:nvPr/>
        </p:nvSpPr>
        <p:spPr>
          <a:xfrm>
            <a:off x="443372" y="221080"/>
            <a:ext cx="2880320" cy="326653"/>
          </a:xfrm>
          <a:prstGeom prst="rect">
            <a:avLst/>
          </a:prstGeom>
          <a:noFill/>
        </p:spPr>
        <p:txBody>
          <a:bodyPr wrap="none" lIns="0" anchor="ctr" anchorCtr="0">
            <a:noAutofit/>
          </a:bodyPr>
          <a:lstStyle/>
          <a:p>
            <a:r>
              <a:rPr lang="en-US" sz="1400" dirty="0">
                <a:solidFill>
                  <a:schemeClr val="tx1">
                    <a:lumMod val="50000"/>
                    <a:lumOff val="50000"/>
                  </a:schemeClr>
                </a:solidFill>
                <a:latin typeface="Consolas" panose="020B0609020204030204" pitchFamily="49" charset="0"/>
                <a:ea typeface="Helvetica Neue Thin" panose="020B0403020202020204" pitchFamily="34" charset="0"/>
                <a:cs typeface="Consolas" panose="020B0609020204030204" pitchFamily="49" charset="0"/>
              </a:rPr>
              <a:t>AI IS A TEAM SPORT</a:t>
            </a:r>
          </a:p>
        </p:txBody>
      </p:sp>
    </p:spTree>
    <p:extLst>
      <p:ext uri="{BB962C8B-B14F-4D97-AF65-F5344CB8AC3E}">
        <p14:creationId xmlns:p14="http://schemas.microsoft.com/office/powerpoint/2010/main" val="1567728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DA8D5-857D-E1CA-2C02-7D855D099C6E}"/>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214FFB09-137F-A2DB-29FA-DF4481854A19}"/>
              </a:ext>
            </a:extLst>
          </p:cNvPr>
          <p:cNvSpPr txBox="1"/>
          <p:nvPr/>
        </p:nvSpPr>
        <p:spPr>
          <a:xfrm>
            <a:off x="443372" y="221080"/>
            <a:ext cx="2880320" cy="326653"/>
          </a:xfrm>
          <a:prstGeom prst="rect">
            <a:avLst/>
          </a:prstGeom>
          <a:noFill/>
        </p:spPr>
        <p:txBody>
          <a:bodyPr wrap="none" lIns="0" anchor="ctr" anchorCtr="0">
            <a:noAutofit/>
          </a:bodyPr>
          <a:lstStyle/>
          <a:p>
            <a:r>
              <a:rPr lang="en-US" sz="1400" dirty="0">
                <a:solidFill>
                  <a:schemeClr val="tx1">
                    <a:lumMod val="50000"/>
                    <a:lumOff val="50000"/>
                  </a:schemeClr>
                </a:solidFill>
                <a:latin typeface="Consolas" panose="020B0609020204030204" pitchFamily="49" charset="0"/>
                <a:ea typeface="Helvetica Neue Thin" panose="020B0403020202020204" pitchFamily="34" charset="0"/>
                <a:cs typeface="Consolas" panose="020B0609020204030204" pitchFamily="49" charset="0"/>
              </a:rPr>
              <a:t>AI IS A TEAM SPORT</a:t>
            </a:r>
          </a:p>
        </p:txBody>
      </p:sp>
      <p:sp>
        <p:nvSpPr>
          <p:cNvPr id="6" name="Text 13">
            <a:extLst>
              <a:ext uri="{FF2B5EF4-FFF2-40B4-BE49-F238E27FC236}">
                <a16:creationId xmlns:a16="http://schemas.microsoft.com/office/drawing/2014/main" id="{52F0BF2F-F7AA-6005-6DB7-BCEF154AF46C}"/>
              </a:ext>
            </a:extLst>
          </p:cNvPr>
          <p:cNvSpPr/>
          <p:nvPr/>
        </p:nvSpPr>
        <p:spPr>
          <a:xfrm>
            <a:off x="591816" y="2492896"/>
            <a:ext cx="3566160" cy="274320"/>
          </a:xfrm>
          <a:prstGeom prst="rect">
            <a:avLst/>
          </a:prstGeom>
          <a:noFill/>
          <a:ln/>
        </p:spPr>
        <p:txBody>
          <a:bodyPr wrap="square" lIns="0" tIns="0" rIns="0" bIns="0" rtlCol="0" anchor="ctr"/>
          <a:lstStyle/>
          <a:p>
            <a:pPr marL="0" indent="0">
              <a:buNone/>
            </a:pPr>
            <a:r>
              <a:rPr lang="en-US" sz="2400" b="1" dirty="0">
                <a:latin typeface="Consolas" panose="020B0609020204030204" pitchFamily="49" charset="0"/>
                <a:ea typeface="Helvetica Neue Light" panose="02000403000000020004" pitchFamily="2" charset="0"/>
                <a:cs typeface="Consolas" panose="020B0609020204030204" pitchFamily="49" charset="0"/>
              </a:rPr>
              <a:t>WHAT'S AT STAKE</a:t>
            </a:r>
          </a:p>
        </p:txBody>
      </p:sp>
      <p:sp>
        <p:nvSpPr>
          <p:cNvPr id="8" name="Text 14">
            <a:extLst>
              <a:ext uri="{FF2B5EF4-FFF2-40B4-BE49-F238E27FC236}">
                <a16:creationId xmlns:a16="http://schemas.microsoft.com/office/drawing/2014/main" id="{94E8311B-659F-A24D-D34E-E0018BCD1F64}"/>
              </a:ext>
            </a:extLst>
          </p:cNvPr>
          <p:cNvSpPr/>
          <p:nvPr/>
        </p:nvSpPr>
        <p:spPr>
          <a:xfrm>
            <a:off x="551384" y="2920876"/>
            <a:ext cx="6118016" cy="1188720"/>
          </a:xfrm>
          <a:prstGeom prst="rect">
            <a:avLst/>
          </a:prstGeom>
          <a:noFill/>
          <a:ln/>
        </p:spPr>
        <p:txBody>
          <a:bodyPr wrap="square" lIns="0" tIns="0" rIns="0" bIns="0" rtlCol="0" anchor="t"/>
          <a:lstStyle/>
          <a:p>
            <a:pPr marL="0" indent="0">
              <a:buNone/>
            </a:pPr>
            <a:r>
              <a:rPr lang="en-US" sz="3600" dirty="0">
                <a:latin typeface="Helvetica Neue Thin" panose="020B0403020202020204" pitchFamily="34" charset="0"/>
                <a:ea typeface="Helvetica Neue Thin" panose="020B0403020202020204" pitchFamily="34" charset="0"/>
                <a:cs typeface="Source Sans Pro" pitchFamily="34" charset="-120"/>
              </a:rPr>
              <a:t>A cloud assistant moves customer data across the firewall, and a breach on that path lands on this seat. </a:t>
            </a:r>
            <a:br>
              <a:rPr lang="en-US" sz="3600" dirty="0">
                <a:latin typeface="Helvetica Neue Thin" panose="020B0403020202020204" pitchFamily="34" charset="0"/>
                <a:ea typeface="Helvetica Neue Thin" panose="020B0403020202020204" pitchFamily="34" charset="0"/>
                <a:cs typeface="Source Sans Pro" pitchFamily="34" charset="-120"/>
              </a:rPr>
            </a:br>
            <a:r>
              <a:rPr lang="en-US" sz="3600" dirty="0">
                <a:latin typeface="Helvetica Neue Thin" panose="020B0403020202020204" pitchFamily="34" charset="0"/>
                <a:ea typeface="Helvetica Neue Thin" panose="020B0403020202020204" pitchFamily="34" charset="0"/>
                <a:cs typeface="Source Sans Pro" pitchFamily="34" charset="-120"/>
              </a:rPr>
              <a:t>Under consent orders, the tolerance is near zero.</a:t>
            </a:r>
            <a:endParaRPr lang="en-US" sz="3600" dirty="0">
              <a:latin typeface="Helvetica Neue Thin" panose="020B0403020202020204" pitchFamily="34" charset="0"/>
              <a:ea typeface="Helvetica Neue Thin" panose="020B0403020202020204" pitchFamily="34" charset="0"/>
            </a:endParaRPr>
          </a:p>
        </p:txBody>
      </p:sp>
      <p:sp>
        <p:nvSpPr>
          <p:cNvPr id="18" name="Text 15">
            <a:extLst>
              <a:ext uri="{FF2B5EF4-FFF2-40B4-BE49-F238E27FC236}">
                <a16:creationId xmlns:a16="http://schemas.microsoft.com/office/drawing/2014/main" id="{832DAA87-88AB-18F1-B46A-BA7C345CC7EB}"/>
              </a:ext>
            </a:extLst>
          </p:cNvPr>
          <p:cNvSpPr/>
          <p:nvPr/>
        </p:nvSpPr>
        <p:spPr>
          <a:xfrm>
            <a:off x="7418784" y="2492896"/>
            <a:ext cx="3566160" cy="274320"/>
          </a:xfrm>
          <a:prstGeom prst="rect">
            <a:avLst/>
          </a:prstGeom>
          <a:noFill/>
          <a:ln/>
        </p:spPr>
        <p:txBody>
          <a:bodyPr wrap="square" lIns="0" tIns="0" rIns="0" bIns="0" rtlCol="0" anchor="ctr"/>
          <a:lstStyle/>
          <a:p>
            <a:pPr marL="0" indent="0">
              <a:buNone/>
            </a:pPr>
            <a:r>
              <a:rPr lang="en-US" sz="2400" b="1" dirty="0">
                <a:latin typeface="Consolas" panose="020B0609020204030204" pitchFamily="49" charset="0"/>
                <a:ea typeface="Helvetica Neue Light" panose="02000403000000020004" pitchFamily="2" charset="0"/>
                <a:cs typeface="Consolas" panose="020B0609020204030204" pitchFamily="49" charset="0"/>
              </a:rPr>
              <a:t>KEY QUESTIONS</a:t>
            </a:r>
          </a:p>
        </p:txBody>
      </p:sp>
      <p:sp>
        <p:nvSpPr>
          <p:cNvPr id="19" name="Text 12">
            <a:extLst>
              <a:ext uri="{FF2B5EF4-FFF2-40B4-BE49-F238E27FC236}">
                <a16:creationId xmlns:a16="http://schemas.microsoft.com/office/drawing/2014/main" id="{AE3DF685-9E6D-CB3D-15DF-A3BCC8233593}"/>
              </a:ext>
            </a:extLst>
          </p:cNvPr>
          <p:cNvSpPr/>
          <p:nvPr/>
        </p:nvSpPr>
        <p:spPr>
          <a:xfrm>
            <a:off x="458652" y="1504683"/>
            <a:ext cx="10677908" cy="534229"/>
          </a:xfrm>
          <a:prstGeom prst="rect">
            <a:avLst/>
          </a:prstGeom>
          <a:noFill/>
          <a:ln/>
        </p:spPr>
        <p:txBody>
          <a:bodyPr wrap="square" lIns="0" tIns="0" rIns="0" bIns="0" rtlCol="0" anchor="ctr"/>
          <a:lstStyle/>
          <a:p>
            <a:pPr marL="0" indent="0">
              <a:buNone/>
            </a:pPr>
            <a:r>
              <a:rPr lang="en-US" sz="6600" dirty="0">
                <a:solidFill>
                  <a:srgbClr val="C00000"/>
                </a:solidFill>
                <a:latin typeface="Helvetica Neue Thin" panose="020B0403020202020204" pitchFamily="34" charset="0"/>
                <a:ea typeface="Helvetica Neue Thin" panose="020B0403020202020204" pitchFamily="34" charset="0"/>
                <a:cs typeface="Consolas" panose="020B0609020204030204" pitchFamily="49" charset="0"/>
              </a:rPr>
              <a:t>Information Security Example</a:t>
            </a:r>
            <a:endParaRPr lang="en-US" sz="5400" dirty="0">
              <a:solidFill>
                <a:srgbClr val="C00000"/>
              </a:solidFill>
              <a:latin typeface="Helvetica Neue Thin" panose="020B0403020202020204" pitchFamily="34" charset="0"/>
              <a:ea typeface="Helvetica Neue Thin" panose="020B0403020202020204" pitchFamily="34" charset="0"/>
            </a:endParaRPr>
          </a:p>
        </p:txBody>
      </p:sp>
      <p:sp>
        <p:nvSpPr>
          <p:cNvPr id="20" name="TextBox 19">
            <a:extLst>
              <a:ext uri="{FF2B5EF4-FFF2-40B4-BE49-F238E27FC236}">
                <a16:creationId xmlns:a16="http://schemas.microsoft.com/office/drawing/2014/main" id="{C1EC39B4-2E11-D680-F046-D377C08619BD}"/>
              </a:ext>
            </a:extLst>
          </p:cNvPr>
          <p:cNvSpPr txBox="1"/>
          <p:nvPr/>
        </p:nvSpPr>
        <p:spPr>
          <a:xfrm>
            <a:off x="7351712" y="2920876"/>
            <a:ext cx="4430256" cy="2308324"/>
          </a:xfrm>
          <a:prstGeom prst="rect">
            <a:avLst/>
          </a:prstGeom>
          <a:noFill/>
        </p:spPr>
        <p:txBody>
          <a:bodyPr wrap="square">
            <a:spAutoFit/>
          </a:bodyPr>
          <a:lstStyle/>
          <a:p>
            <a:pPr>
              <a:spcAft>
                <a:spcPts val="600"/>
              </a:spcAft>
              <a:buSzPct val="100000"/>
            </a:pPr>
            <a:r>
              <a:rPr lang="en-US" sz="3600" dirty="0">
                <a:latin typeface="Helvetica Neue Thin" panose="020B0403020202020204" pitchFamily="34" charset="0"/>
                <a:ea typeface="Helvetica Neue Thin" panose="020B0403020202020204" pitchFamily="34" charset="0"/>
                <a:cs typeface="Source Sans Pro" pitchFamily="34" charset="-120"/>
              </a:rPr>
              <a:t>Listen for what’s driving Fear: Agency, Knowledge, Trust, Self-interest</a:t>
            </a:r>
          </a:p>
        </p:txBody>
      </p:sp>
      <p:sp>
        <p:nvSpPr>
          <p:cNvPr id="23" name="Text 0">
            <a:extLst>
              <a:ext uri="{FF2B5EF4-FFF2-40B4-BE49-F238E27FC236}">
                <a16:creationId xmlns:a16="http://schemas.microsoft.com/office/drawing/2014/main" id="{EC73983A-8AA9-295A-B5E2-7007D16D672C}"/>
              </a:ext>
            </a:extLst>
          </p:cNvPr>
          <p:cNvSpPr/>
          <p:nvPr/>
        </p:nvSpPr>
        <p:spPr>
          <a:xfrm>
            <a:off x="443372" y="608310"/>
            <a:ext cx="11485276" cy="548640"/>
          </a:xfrm>
          <a:prstGeom prst="rect">
            <a:avLst/>
          </a:prstGeom>
          <a:noFill/>
          <a:ln/>
        </p:spPr>
        <p:txBody>
          <a:bodyPr wrap="square" lIns="0" tIns="0" rIns="0" bIns="0" rtlCol="0" anchor="ctr"/>
          <a:lstStyle/>
          <a:p>
            <a:pPr marL="0" indent="0">
              <a:buNone/>
            </a:pPr>
            <a:r>
              <a:rPr lang="en-US" sz="2800" dirty="0">
                <a:latin typeface="Consolas" panose="020B0609020204030204" pitchFamily="49" charset="0"/>
                <a:ea typeface="Source Sans Pro" pitchFamily="34" charset="-122"/>
                <a:cs typeface="Consolas" panose="020B0609020204030204" pitchFamily="49" charset="0"/>
              </a:rPr>
              <a:t>AI IMPLEMENTATION INTERVIEW GUIDE SKILL EXAMPLE (PAGE 2/2)</a:t>
            </a:r>
            <a:endParaRPr lang="en-US" sz="28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815332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3823</TotalTime>
  <Words>1088</Words>
  <Application>Microsoft Macintosh PowerPoint</Application>
  <PresentationFormat>Widescreen</PresentationFormat>
  <Paragraphs>175</Paragraphs>
  <Slides>12</Slides>
  <Notes>12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12</vt:i4>
      </vt:variant>
    </vt:vector>
  </HeadingPairs>
  <TitlesOfParts>
    <vt:vector size="22" baseType="lpstr">
      <vt:lpstr>Aptos</vt:lpstr>
      <vt:lpstr>Aptos Display</vt:lpstr>
      <vt:lpstr>Arial</vt:lpstr>
      <vt:lpstr>Consolas</vt:lpstr>
      <vt:lpstr>Helvetica Neue Thin</vt:lpstr>
      <vt:lpstr>Helvetica Neue Thin</vt:lpstr>
      <vt:lpstr>HELVETICA NEUE ULTRALIGHT</vt:lpstr>
      <vt:lpstr>Source Sans Pro</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 Arman</dc:creator>
  <cp:lastModifiedBy>Tan, Arman S.</cp:lastModifiedBy>
  <cp:revision>25</cp:revision>
  <cp:lastPrinted>2026-06-11T13:27:33Z</cp:lastPrinted>
  <dcterms:created xsi:type="dcterms:W3CDTF">2026-06-06T09:37:30Z</dcterms:created>
  <dcterms:modified xsi:type="dcterms:W3CDTF">2026-06-12T17:38:13Z</dcterms:modified>
</cp:coreProperties>
</file>